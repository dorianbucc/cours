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497A60-D107-43B0-857F-28A5A587E3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6E56CC-056B-4A08-BEB2-8A796F4F6A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7319A9-3361-4A27-AF5E-25BC03E335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988465-45F2-49ED-9676-5E22A3446D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AA24D5-6786-4C3E-94EE-EFBFF2DD38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6904DB-AD2D-42C2-9F5A-BB11A243A1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9B9456-E577-4434-8ACE-614A68A10A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E05A20-A9F4-48F4-8C26-500AC5A958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B0884E-07A2-45FC-8DB6-84877A9FC5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73E65B-A8C4-4961-9E55-FE155B2B25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10BB5A-ECE2-460F-BFB0-57838DE897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243FA1-729B-47EB-9EC8-19C46450FE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</a:t>
            </a:r>
            <a:r>
              <a:rPr b="0" lang="fr-FR" sz="4400" spc="-1" strike="noStrike">
                <a:latin typeface="Arial"/>
              </a:rPr>
              <a:t>l</a:t>
            </a:r>
            <a:r>
              <a:rPr b="0" lang="fr-FR" sz="4400" spc="-1" strike="noStrike">
                <a:latin typeface="Arial"/>
              </a:rPr>
              <a:t>i</a:t>
            </a:r>
            <a:r>
              <a:rPr b="0" lang="fr-FR" sz="4400" spc="-1" strike="noStrike">
                <a:latin typeface="Arial"/>
              </a:rPr>
              <a:t>q</a:t>
            </a:r>
            <a:r>
              <a:rPr b="0" lang="fr-FR" sz="4400" spc="-1" strike="noStrike">
                <a:latin typeface="Arial"/>
              </a:rPr>
              <a:t>u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z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p</a:t>
            </a:r>
            <a:r>
              <a:rPr b="0" lang="fr-FR" sz="4400" spc="-1" strike="noStrike">
                <a:latin typeface="Arial"/>
              </a:rPr>
              <a:t>o</a:t>
            </a:r>
            <a:r>
              <a:rPr b="0" lang="fr-FR" sz="4400" spc="-1" strike="noStrike">
                <a:latin typeface="Arial"/>
              </a:rPr>
              <a:t>u</a:t>
            </a:r>
            <a:r>
              <a:rPr b="0" lang="fr-FR" sz="4400" spc="-1" strike="noStrike">
                <a:latin typeface="Arial"/>
              </a:rPr>
              <a:t>r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é</a:t>
            </a:r>
            <a:r>
              <a:rPr b="0" lang="fr-FR" sz="4400" spc="-1" strike="noStrike">
                <a:latin typeface="Arial"/>
              </a:rPr>
              <a:t>d</a:t>
            </a:r>
            <a:r>
              <a:rPr b="0" lang="fr-FR" sz="4400" spc="-1" strike="noStrike">
                <a:latin typeface="Arial"/>
              </a:rPr>
              <a:t>i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r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l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f</a:t>
            </a:r>
            <a:r>
              <a:rPr b="0" lang="fr-FR" sz="4400" spc="-1" strike="noStrike">
                <a:latin typeface="Arial"/>
              </a:rPr>
              <a:t>o</a:t>
            </a:r>
            <a:r>
              <a:rPr b="0" lang="fr-FR" sz="4400" spc="-1" strike="noStrike">
                <a:latin typeface="Arial"/>
              </a:rPr>
              <a:t>r</a:t>
            </a:r>
            <a:r>
              <a:rPr b="0" lang="fr-FR" sz="4400" spc="-1" strike="noStrike">
                <a:latin typeface="Arial"/>
              </a:rPr>
              <a:t>m</a:t>
            </a:r>
            <a:r>
              <a:rPr b="0" lang="fr-FR" sz="4400" spc="-1" strike="noStrike">
                <a:latin typeface="Arial"/>
              </a:rPr>
              <a:t>a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d</a:t>
            </a:r>
            <a:r>
              <a:rPr b="0" lang="fr-FR" sz="4400" spc="-1" strike="noStrike">
                <a:latin typeface="Arial"/>
              </a:rPr>
              <a:t>u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x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-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i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r</a:t>
            </a:r>
            <a:r>
              <a:rPr b="0" lang="fr-FR" sz="4400" spc="-1" strike="noStrike">
                <a:latin typeface="Arial"/>
              </a:rPr>
              <a:t>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5338806-0F37-4177-BFF0-623FA1625E2F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3060000" y="360"/>
            <a:ext cx="40060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1980000" y="1123920"/>
            <a:ext cx="3435120" cy="2836080"/>
          </a:xfrm>
          <a:prstGeom prst="rect">
            <a:avLst/>
          </a:prstGeom>
          <a:ln w="0">
            <a:noFill/>
          </a:ln>
        </p:spPr>
      </p:pic>
      <p:pic>
        <p:nvPicPr>
          <p:cNvPr id="43" name="" descr=""/>
          <p:cNvPicPr/>
          <p:nvPr/>
        </p:nvPicPr>
        <p:blipFill>
          <a:blip r:embed="rId2"/>
          <a:stretch/>
        </p:blipFill>
        <p:spPr>
          <a:xfrm>
            <a:off x="5532840" y="1762560"/>
            <a:ext cx="4367160" cy="1837440"/>
          </a:xfrm>
          <a:prstGeom prst="rect">
            <a:avLst/>
          </a:prstGeom>
          <a:ln w="0">
            <a:noFill/>
          </a:ln>
        </p:spPr>
      </p:pic>
      <p:pic>
        <p:nvPicPr>
          <p:cNvPr id="44" name="" descr=""/>
          <p:cNvPicPr/>
          <p:nvPr/>
        </p:nvPicPr>
        <p:blipFill>
          <a:blip r:embed="rId3"/>
          <a:stretch/>
        </p:blipFill>
        <p:spPr>
          <a:xfrm>
            <a:off x="424440" y="626040"/>
            <a:ext cx="1476000" cy="396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LibreOffice/7.3.4.2$Linux_X86_64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2022-10-17T09:57:43Z</dcterms:created>
  <dc:creator/>
  <dc:description/>
  <dc:language>fr-FR</dc:language>
  <cp:lastModifiedBy/>
  <dcterms:modified xsi:type="dcterms:W3CDTF">2022-10-17T10:04:55Z</dcterms:modified>
  <cp:revision>1</cp:revision>
  <dc:subject/>
  <dc:title/>
</cp:coreProperties>
</file>