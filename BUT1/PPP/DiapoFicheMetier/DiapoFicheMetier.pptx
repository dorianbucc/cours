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ACD101-CDE6-45E1-9020-A67F8619C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185922D-154B-45F9-866C-EEC361947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5C76F5-E713-40FD-8F4A-EED6E921F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3AC3C-2151-48DB-850E-6A1C79BD23C8}" type="datetimeFigureOut">
              <a:rPr lang="fr-FR" smtClean="0"/>
              <a:t>15/05/2023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519CCD-BC79-4A52-913D-BF57319E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C28999-EB42-47B8-B668-0FA7B625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91DF-A220-4B07-9943-FE8751C3F3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1439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1FEC0A-35F0-4C22-AE9C-FD128ACB8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98E8AE-57E3-47B0-ABA2-20FAD5593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E52E08-268F-425E-8FDE-25A38E351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3AC3C-2151-48DB-850E-6A1C79BD23C8}" type="datetimeFigureOut">
              <a:rPr lang="fr-FR" smtClean="0"/>
              <a:t>15/05/2023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8AAC04-B692-474E-BDD8-9FF1E6E01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48BF71-79E0-4181-92FE-9CABF021C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91DF-A220-4B07-9943-FE8751C3F3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9736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872EE5-91BE-4149-8AB4-50933F2A3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00945D-D1E9-4F12-B030-8AB066BED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9245B8-7421-4DF3-9AFA-A13F2FC27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3AC3C-2151-48DB-850E-6A1C79BD23C8}" type="datetimeFigureOut">
              <a:rPr lang="fr-FR" smtClean="0"/>
              <a:t>15/05/2023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E70D6B-7C14-461E-8563-1902D9AD4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20F436-02DC-4B24-B09B-E49E90B89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91DF-A220-4B07-9943-FE8751C3F3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6745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4D37E6-08B0-4B19-8E5E-6DF359791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8C9E64-508A-4487-A862-83B592A640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EE79B5-C810-4D47-A952-854550267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9FBDE1-2D81-4DCE-94E4-89295CDC0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3AC3C-2151-48DB-850E-6A1C79BD23C8}" type="datetimeFigureOut">
              <a:rPr lang="fr-FR" smtClean="0"/>
              <a:t>15/05/2023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F26D92-4ECB-4902-81C2-920CF8CB1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C3FC59-A77C-4CF9-A288-D8C11D4DA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91DF-A220-4B07-9943-FE8751C3F3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2709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C566BE-34DE-41B5-9D92-6BE949F5A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FF09302-FE9D-411D-A405-DD1611516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9ACA6D6-AC3D-46E0-BAE0-C9F0F353E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13A5205-AE36-4999-A8E8-3D0A26C470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51B64A-EFA2-4783-97F9-FFFA9A956E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2C1DDA0-1792-4FEE-8AFF-0031788A5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3AC3C-2151-48DB-850E-6A1C79BD23C8}" type="datetimeFigureOut">
              <a:rPr lang="fr-FR" smtClean="0"/>
              <a:t>15/05/2023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2B5CA60-E401-430E-8BB7-561E34AA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00FB6F8-100E-465A-8711-9204B391D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91DF-A220-4B07-9943-FE8751C3F3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1870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B0D870-5445-4444-B2B6-971FAF98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A93F6DA-E1E1-49EE-A844-DBF91BBA8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3AC3C-2151-48DB-850E-6A1C79BD23C8}" type="datetimeFigureOut">
              <a:rPr lang="fr-FR" smtClean="0"/>
              <a:t>15/05/2023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765CDCA-E47D-4350-AFD7-A0804A41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F0F3E04-7F16-440D-8D3F-0FEFF98BE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91DF-A220-4B07-9943-FE8751C3F3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1575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927853E-BAB9-4A38-8FB7-0483F086C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3AC3C-2151-48DB-850E-6A1C79BD23C8}" type="datetimeFigureOut">
              <a:rPr lang="fr-FR" smtClean="0"/>
              <a:t>15/05/2023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FE92CCB-20D8-43D6-87B0-F85E20702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A80007-607D-4FC3-A278-87BE96297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91DF-A220-4B07-9943-FE8751C3F3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2477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3DF87B-8DDB-4EAD-89B2-84027CC4F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3FBF7F-1D5E-4D02-8728-7BB7585AA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7E20063-58CB-4BCB-AFEC-C7C5C095E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85BE1AD-6949-4293-A47E-0EE4FE222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3AC3C-2151-48DB-850E-6A1C79BD23C8}" type="datetimeFigureOut">
              <a:rPr lang="fr-FR" smtClean="0"/>
              <a:t>15/05/2023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7A4B65C-C71E-4321-8FA5-4E75B51D0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BF9CE6-7323-47BD-9800-E8E7DA61A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91DF-A220-4B07-9943-FE8751C3F3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152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F9178B-E1C4-4DC6-AB45-FB8469909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42F9639-FD15-44BC-AEC9-D561408F1F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2468537-55CC-4705-B7B4-7D6D47190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30323B-0D07-4928-96DC-61C572986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3AC3C-2151-48DB-850E-6A1C79BD23C8}" type="datetimeFigureOut">
              <a:rPr lang="fr-FR" smtClean="0"/>
              <a:t>15/05/2023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79CE963-35A8-4C62-964D-4DB2572A7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573B59E-2185-4B88-A936-121CC046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91DF-A220-4B07-9943-FE8751C3F3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9794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FABD45-D841-4E21-87F8-EE4C32543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1A5D256-A8D7-4E4C-9AF0-6AE38BE18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99A711-F118-42C4-8FD7-B1C518C38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3AC3C-2151-48DB-850E-6A1C79BD23C8}" type="datetimeFigureOut">
              <a:rPr lang="fr-FR" smtClean="0"/>
              <a:t>15/05/2023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A696E8-FEBF-4A6E-B3D2-67522E22F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F47D43-98B7-408F-A69F-76F425FB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91DF-A220-4B07-9943-FE8751C3F3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7623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D24D485-7E3C-4B1B-A544-F3EA8DB3E1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89271EA-B6AE-4289-9804-A7BC83765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1BCD7F-DFDA-4D42-9AFC-0A6A8A22E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3AC3C-2151-48DB-850E-6A1C79BD23C8}" type="datetimeFigureOut">
              <a:rPr lang="fr-FR" smtClean="0"/>
              <a:t>15/05/2023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8FB37C-6672-4DA8-8748-EDF1B6421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A05BD5-9070-4C52-BC72-6959FBCF1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91DF-A220-4B07-9943-FE8751C3F3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157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F3FECC7-8C7D-47EC-B8EB-A8DF84977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EA8CA0D-FDE4-4470-B085-2DC097260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E4F48D-1364-4250-84A1-85CCF0C43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3AC3C-2151-48DB-850E-6A1C79BD23C8}" type="datetimeFigureOut">
              <a:rPr lang="fr-FR" smtClean="0"/>
              <a:t>15/05/2023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068DBA-72FD-41CB-A4F4-1F855A9092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8AD291-46BD-449B-9DF1-D6C614D39C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191DF-A220-4B07-9943-FE8751C3F3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1228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4B81F4-787C-4964-B007-95D472E4F9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0225" y="2991443"/>
            <a:ext cx="9031550" cy="875113"/>
          </a:xfrm>
        </p:spPr>
        <p:txBody>
          <a:bodyPr>
            <a:normAutofit fontScale="90000"/>
          </a:bodyPr>
          <a:lstStyle/>
          <a:p>
            <a:r>
              <a:rPr lang="fr-FR" dirty="0"/>
              <a:t>Développeur </a:t>
            </a:r>
          </a:p>
        </p:txBody>
      </p:sp>
    </p:spTree>
    <p:extLst>
      <p:ext uri="{BB962C8B-B14F-4D97-AF65-F5344CB8AC3E}">
        <p14:creationId xmlns:p14="http://schemas.microsoft.com/office/powerpoint/2010/main" val="2137227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160840E-941B-45FA-A846-5D8ABEB5D4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73" y="2496473"/>
            <a:ext cx="5877745" cy="1314633"/>
          </a:xfr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72E1F4C-2319-4598-B5D7-CC27F18482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087" y="876998"/>
            <a:ext cx="5658640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42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4AE65FB-FF68-4941-A43D-310995969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13" y="1197892"/>
            <a:ext cx="5715798" cy="1762371"/>
          </a:xfrm>
          <a:prstGeom prst="rect">
            <a:avLst/>
          </a:prstGeom>
        </p:spPr>
      </p:pic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78B355E-55A1-4F08-B7B2-8B3F6F61A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374" y="3711306"/>
            <a:ext cx="6011597" cy="143996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AE9D5F6-8BEA-49A9-A5FC-CC0CFC9C2DBF}"/>
              </a:ext>
            </a:extLst>
          </p:cNvPr>
          <p:cNvSpPr txBox="1"/>
          <p:nvPr/>
        </p:nvSpPr>
        <p:spPr>
          <a:xfrm>
            <a:off x="1902176" y="446849"/>
            <a:ext cx="3231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Suite de la description</a:t>
            </a:r>
          </a:p>
        </p:txBody>
      </p:sp>
    </p:spTree>
    <p:extLst>
      <p:ext uri="{BB962C8B-B14F-4D97-AF65-F5344CB8AC3E}">
        <p14:creationId xmlns:p14="http://schemas.microsoft.com/office/powerpoint/2010/main" val="640763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9AF85B8-CA51-4B0A-80D3-EFF843A10B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87" y="773413"/>
            <a:ext cx="5830114" cy="981212"/>
          </a:xfr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78DC8B6-D34F-4BA8-A6F8-DECB13B98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76" y="4960480"/>
            <a:ext cx="5544324" cy="112410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11B4B17-A106-4183-A7FD-D9B0631D9C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6219" y="1895531"/>
            <a:ext cx="5544324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33135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</Words>
  <Application>Microsoft Office PowerPoint</Application>
  <PresentationFormat>Grand écran</PresentationFormat>
  <Paragraphs>2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Thème Office</vt:lpstr>
      <vt:lpstr>Développeur 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Développeur </dc:title>
  <dc:creator>Dorian Bucchiotty</dc:creator>
  <cp:lastModifiedBy>Dorian Bucchiotty</cp:lastModifiedBy>
  <cp:revision>14</cp:revision>
  <dcterms:created xsi:type="dcterms:W3CDTF">2023-05-15T09:04:37Z</dcterms:created>
  <dcterms:modified xsi:type="dcterms:W3CDTF">2023-05-15T09:18:17Z</dcterms:modified>
</cp:coreProperties>
</file>