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2" r:id="rId4"/>
    <p:sldId id="263" r:id="rId5"/>
    <p:sldId id="265" r:id="rId6"/>
    <p:sldId id="264" r:id="rId7"/>
    <p:sldId id="266" r:id="rId8"/>
    <p:sldId id="268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018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558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48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3199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4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8635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057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4090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9297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799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239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052BC-7636-4E06-9A9D-F446C32C324A}" type="datetimeFigureOut">
              <a:rPr lang="fr-FR" smtClean="0"/>
              <a:t>02/03/2023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C9C71-0F51-4B8C-ABCD-A048984D31E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343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24" y="4552512"/>
            <a:ext cx="1975338" cy="1975338"/>
          </a:xfrm>
          <a:prstGeom prst="rect">
            <a:avLst/>
          </a:prstGeom>
        </p:spPr>
      </p:pic>
      <p:sp>
        <p:nvSpPr>
          <p:cNvPr id="10" name="Titre 1"/>
          <p:cNvSpPr txBox="1">
            <a:spLocks/>
          </p:cNvSpPr>
          <p:nvPr/>
        </p:nvSpPr>
        <p:spPr>
          <a:xfrm>
            <a:off x="7287064" y="2737850"/>
            <a:ext cx="2779542" cy="9341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smtClean="0"/>
              <a:t>Google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5717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2"/>
          <p:cNvSpPr txBox="1">
            <a:spLocks/>
          </p:cNvSpPr>
          <p:nvPr/>
        </p:nvSpPr>
        <p:spPr>
          <a:xfrm>
            <a:off x="2883876" y="1392701"/>
            <a:ext cx="6288258" cy="44453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000" dirty="0" smtClean="0"/>
              <a:t>Content</a:t>
            </a:r>
          </a:p>
          <a:p>
            <a:pPr marL="0" indent="0" algn="ctr">
              <a:buNone/>
            </a:pPr>
            <a:endParaRPr lang="fr-FR" sz="4000" dirty="0" smtClean="0"/>
          </a:p>
          <a:p>
            <a:pPr marL="457200" indent="-457200">
              <a:buFont typeface="+mj-lt"/>
              <a:buAutoNum type="arabicPeriod"/>
            </a:pPr>
            <a:r>
              <a:rPr lang="fr-FR" dirty="0" smtClean="0"/>
              <a:t>Google in the world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How</a:t>
            </a:r>
            <a:r>
              <a:rPr lang="fr-FR" dirty="0" smtClean="0"/>
              <a:t> </a:t>
            </a:r>
            <a:r>
              <a:rPr lang="en-US" dirty="0" smtClean="0"/>
              <a:t>does </a:t>
            </a:r>
            <a:r>
              <a:rPr lang="fr-FR" dirty="0" smtClean="0"/>
              <a:t>Google </a:t>
            </a:r>
            <a:r>
              <a:rPr lang="en-US" dirty="0" smtClean="0"/>
              <a:t>work</a:t>
            </a:r>
          </a:p>
          <a:p>
            <a:pPr marL="457200" indent="-457200">
              <a:buFont typeface="+mj-lt"/>
              <a:buAutoNum type="arabicPeriod"/>
            </a:pPr>
            <a:r>
              <a:rPr lang="fr-FR" dirty="0" smtClean="0"/>
              <a:t>The content of Google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185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fr-FR" dirty="0" err="1" smtClean="0">
                <a:latin typeface="+mn-lt"/>
              </a:rPr>
              <a:t>Search</a:t>
            </a:r>
            <a:r>
              <a:rPr lang="fr-FR" dirty="0" smtClean="0">
                <a:latin typeface="+mn-lt"/>
              </a:rPr>
              <a:t> </a:t>
            </a:r>
            <a:r>
              <a:rPr lang="fr-FR" dirty="0" err="1" smtClean="0">
                <a:latin typeface="+mn-lt"/>
              </a:rPr>
              <a:t>engine</a:t>
            </a:r>
            <a:r>
              <a:rPr lang="fr-FR" dirty="0" smtClean="0">
                <a:latin typeface="+mn-lt"/>
              </a:rPr>
              <a:t> and </a:t>
            </a:r>
            <a:r>
              <a:rPr lang="fr-FR" dirty="0" err="1" smtClean="0">
                <a:latin typeface="+mn-lt"/>
              </a:rPr>
              <a:t>android</a:t>
            </a:r>
            <a:endParaRPr lang="fr-FR" dirty="0">
              <a:latin typeface="+mn-lt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74" y="2104453"/>
            <a:ext cx="5767680" cy="4086753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454" y="2104452"/>
            <a:ext cx="6130131" cy="408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54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2861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4800" dirty="0"/>
              <a:t>How </a:t>
            </a:r>
            <a:r>
              <a:rPr lang="fr-FR" sz="4800" dirty="0" smtClean="0"/>
              <a:t>do </a:t>
            </a:r>
            <a:r>
              <a:rPr lang="fr-FR" sz="4800" dirty="0" err="1" smtClean="0"/>
              <a:t>search</a:t>
            </a:r>
            <a:r>
              <a:rPr lang="fr-FR" sz="4800" dirty="0" smtClean="0"/>
              <a:t> </a:t>
            </a:r>
            <a:r>
              <a:rPr lang="fr-FR" sz="4800" dirty="0" err="1"/>
              <a:t>engine</a:t>
            </a:r>
            <a:r>
              <a:rPr lang="fr-FR" sz="4800" dirty="0"/>
              <a:t> </a:t>
            </a:r>
            <a:r>
              <a:rPr lang="fr-FR" sz="4800" dirty="0" err="1"/>
              <a:t>work</a:t>
            </a:r>
            <a:endParaRPr lang="en-GB" sz="4800" dirty="0"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549662" y="2754093"/>
            <a:ext cx="3804138" cy="1993753"/>
          </a:xfrm>
        </p:spPr>
        <p:txBody>
          <a:bodyPr>
            <a:normAutofit/>
          </a:bodyPr>
          <a:lstStyle/>
          <a:p>
            <a:r>
              <a:rPr lang="fr-FR" sz="3200" dirty="0" err="1" smtClean="0"/>
              <a:t>Complex</a:t>
            </a:r>
            <a:r>
              <a:rPr lang="fr-FR" sz="3200" dirty="0" smtClean="0"/>
              <a:t> </a:t>
            </a:r>
            <a:r>
              <a:rPr lang="fr-FR" sz="3200" dirty="0" err="1" smtClean="0"/>
              <a:t>Algorithm</a:t>
            </a:r>
            <a:endParaRPr lang="en-GB" sz="3200" dirty="0"/>
          </a:p>
          <a:p>
            <a:r>
              <a:rPr lang="fr-FR" sz="3200" dirty="0" err="1" smtClean="0"/>
              <a:t>Database</a:t>
            </a:r>
            <a:endParaRPr lang="fr-FR" sz="3200" dirty="0" smtClean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" y="2388895"/>
            <a:ext cx="61912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715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4800" dirty="0" smtClean="0">
                <a:latin typeface="+mn-lt"/>
              </a:rPr>
              <a:t>How Google </a:t>
            </a:r>
            <a:r>
              <a:rPr lang="fr-FR" sz="4800" dirty="0" err="1" smtClean="0">
                <a:latin typeface="+mn-lt"/>
              </a:rPr>
              <a:t>works</a:t>
            </a:r>
            <a:r>
              <a:rPr lang="fr-FR" sz="4800" dirty="0" smtClean="0">
                <a:latin typeface="+mn-lt"/>
              </a:rPr>
              <a:t> </a:t>
            </a:r>
            <a:r>
              <a:rPr lang="fr-FR" sz="4800" dirty="0" err="1" smtClean="0">
                <a:latin typeface="+mn-lt"/>
              </a:rPr>
              <a:t>with</a:t>
            </a:r>
            <a:r>
              <a:rPr lang="fr-FR" sz="4800" dirty="0" smtClean="0">
                <a:latin typeface="+mn-lt"/>
              </a:rPr>
              <a:t> </a:t>
            </a:r>
            <a:r>
              <a:rPr lang="fr-FR" sz="4800" dirty="0" err="1" smtClean="0">
                <a:latin typeface="+mn-lt"/>
              </a:rPr>
              <a:t>its</a:t>
            </a:r>
            <a:r>
              <a:rPr lang="fr-FR" sz="4800" dirty="0" smtClean="0">
                <a:latin typeface="+mn-lt"/>
              </a:rPr>
              <a:t> </a:t>
            </a:r>
            <a:r>
              <a:rPr lang="fr-FR" sz="4800" dirty="0" err="1" smtClean="0">
                <a:latin typeface="+mn-lt"/>
              </a:rPr>
              <a:t>employees</a:t>
            </a:r>
            <a:endParaRPr lang="en-GB" sz="4800" dirty="0">
              <a:latin typeface="+mn-lt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00011" y="2436511"/>
            <a:ext cx="8820278" cy="3152920"/>
          </a:xfrm>
        </p:spPr>
        <p:txBody>
          <a:bodyPr>
            <a:noAutofit/>
          </a:bodyPr>
          <a:lstStyle/>
          <a:p>
            <a:r>
              <a:rPr lang="fr-FR" sz="3200" dirty="0" smtClean="0"/>
              <a:t>Lots of training</a:t>
            </a:r>
          </a:p>
          <a:p>
            <a:r>
              <a:rPr lang="en-GB" sz="3200" dirty="0"/>
              <a:t>Promotes a collaborative and innovative corporate </a:t>
            </a:r>
            <a:r>
              <a:rPr lang="en-GB" sz="3200" dirty="0" smtClean="0"/>
              <a:t>culture</a:t>
            </a:r>
            <a:endParaRPr lang="en-GB" sz="3200" dirty="0"/>
          </a:p>
          <a:p>
            <a:r>
              <a:rPr lang="en-GB" sz="3200" dirty="0" smtClean="0"/>
              <a:t>a </a:t>
            </a:r>
            <a:r>
              <a:rPr lang="en-GB" sz="3200" dirty="0"/>
              <a:t>range of exceptional benefits and working </a:t>
            </a:r>
            <a:r>
              <a:rPr lang="en-GB" sz="3200" dirty="0" smtClean="0"/>
              <a:t>conditions</a:t>
            </a:r>
          </a:p>
          <a:p>
            <a:r>
              <a:rPr lang="en-GB" sz="3200" dirty="0"/>
              <a:t>including competitive </a:t>
            </a:r>
            <a:r>
              <a:rPr lang="en-GB" sz="3200" dirty="0" smtClean="0"/>
              <a:t>salaries</a:t>
            </a:r>
          </a:p>
        </p:txBody>
      </p:sp>
    </p:spTree>
    <p:extLst>
      <p:ext uri="{BB962C8B-B14F-4D97-AF65-F5344CB8AC3E}">
        <p14:creationId xmlns:p14="http://schemas.microsoft.com/office/powerpoint/2010/main" val="245976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37800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Google’s</a:t>
            </a:r>
            <a:r>
              <a:rPr lang="fr-FR" dirty="0"/>
              <a:t> </a:t>
            </a:r>
            <a:r>
              <a:rPr lang="fr-FR" dirty="0" smtClean="0"/>
              <a:t>Software</a:t>
            </a:r>
            <a:endParaRPr lang="fr-FR" sz="1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40514" y="2404288"/>
            <a:ext cx="3697846" cy="3333660"/>
          </a:xfrm>
        </p:spPr>
        <p:txBody>
          <a:bodyPr/>
          <a:lstStyle/>
          <a:p>
            <a:r>
              <a:rPr lang="fr-FR" dirty="0" smtClean="0"/>
              <a:t>Google Docs</a:t>
            </a:r>
            <a:endParaRPr lang="fr-FR" sz="1600" dirty="0" smtClean="0"/>
          </a:p>
          <a:p>
            <a:r>
              <a:rPr lang="fr-FR" dirty="0" smtClean="0"/>
              <a:t>Google </a:t>
            </a:r>
            <a:r>
              <a:rPr lang="fr-FR" dirty="0" err="1" smtClean="0"/>
              <a:t>Sheets</a:t>
            </a:r>
            <a:r>
              <a:rPr lang="fr-FR" sz="1600" dirty="0" smtClean="0"/>
              <a:t> </a:t>
            </a:r>
            <a:endParaRPr lang="fr-FR" dirty="0" smtClean="0"/>
          </a:p>
          <a:p>
            <a:r>
              <a:rPr lang="fr-FR" dirty="0"/>
              <a:t>Google </a:t>
            </a:r>
            <a:r>
              <a:rPr lang="fr-FR" dirty="0" smtClean="0"/>
              <a:t>Slides</a:t>
            </a:r>
          </a:p>
          <a:p>
            <a:r>
              <a:rPr lang="fr-FR" dirty="0" smtClean="0"/>
              <a:t>Google </a:t>
            </a:r>
            <a:r>
              <a:rPr lang="fr-FR" dirty="0" err="1" smtClean="0"/>
              <a:t>Forms</a:t>
            </a:r>
            <a:endParaRPr lang="fr-FR" sz="1600" dirty="0" smtClean="0"/>
          </a:p>
          <a:p>
            <a:r>
              <a:rPr lang="fr-FR" dirty="0" smtClean="0"/>
              <a:t>YouTube </a:t>
            </a:r>
          </a:p>
          <a:p>
            <a:r>
              <a:rPr lang="fr-FR" dirty="0" smtClean="0"/>
              <a:t>…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0962" y="4947373"/>
            <a:ext cx="1143000" cy="79057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8421" y="1915382"/>
            <a:ext cx="828675" cy="114300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8420" y="3240945"/>
            <a:ext cx="828675" cy="11430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624" y="1915382"/>
            <a:ext cx="828675" cy="11430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9623" y="3240945"/>
            <a:ext cx="8286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94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96992" y="1210615"/>
            <a:ext cx="5988677" cy="1326116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/>
              <a:t>M</a:t>
            </a:r>
            <a:r>
              <a:rPr lang="en-GB" sz="4000" b="1" dirty="0" smtClean="0"/>
              <a:t>essaging </a:t>
            </a:r>
            <a:r>
              <a:rPr lang="en-GB" sz="4000" b="1" dirty="0"/>
              <a:t>and communication applications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6915955" y="3284113"/>
            <a:ext cx="345153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Gmail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Google Meet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dirty="0" smtClean="0"/>
              <a:t>Google Chat</a:t>
            </a:r>
          </a:p>
        </p:txBody>
      </p:sp>
      <p:pic>
        <p:nvPicPr>
          <p:cNvPr id="1030" name="Picture 6" descr="Fichier:Gmail icon (2020).svg — Wikipédi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704" y="3111569"/>
            <a:ext cx="1715037" cy="128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Google Meet - Online Video Calls, Meetings and Conferenci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8448" y="2846146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Google Chat – Applications sur Google Play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940" y="4972685"/>
            <a:ext cx="1686104" cy="168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60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66335" y="276951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dirty="0" err="1" smtClean="0"/>
              <a:t>Thanks</a:t>
            </a:r>
            <a:r>
              <a:rPr lang="fr-FR" dirty="0" smtClean="0"/>
              <a:t> you for </a:t>
            </a:r>
            <a:r>
              <a:rPr lang="fr-FR" dirty="0" err="1" smtClean="0"/>
              <a:t>listening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50856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78</Words>
  <Application>Microsoft Office PowerPoint</Application>
  <PresentationFormat>Grand écran</PresentationFormat>
  <Paragraphs>27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Search engine and android</vt:lpstr>
      <vt:lpstr>How do search engine work</vt:lpstr>
      <vt:lpstr>How Google works with its employees</vt:lpstr>
      <vt:lpstr>Google’s Software</vt:lpstr>
      <vt:lpstr>Messaging and communication applications</vt:lpstr>
      <vt:lpstr>Thanks you for listening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</dc:title>
  <dc:creator>Compte Microsoft</dc:creator>
  <cp:lastModifiedBy>Compte Microsoft</cp:lastModifiedBy>
  <cp:revision>82</cp:revision>
  <dcterms:created xsi:type="dcterms:W3CDTF">2023-02-24T10:50:36Z</dcterms:created>
  <dcterms:modified xsi:type="dcterms:W3CDTF">2023-03-02T19:26:00Z</dcterms:modified>
</cp:coreProperties>
</file>