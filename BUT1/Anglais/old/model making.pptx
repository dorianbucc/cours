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152C09DF-0F02-8BC7-C827-47DEC03B9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FD003348-E711-2DE6-A986-480D504BB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B229BDC9-558F-FD48-DB30-FDBCBDCD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5CAA-5FBF-4FC4-9643-4B8CA22532CC}" type="datetimeFigureOut">
              <a:rPr lang="fr-FR" smtClean="0"/>
              <a:t>23/09/2022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6E6436C0-A91B-5470-E9AE-6BD0C514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D9513F53-84CE-9420-062A-F50E916F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4F650-652C-4083-BFA0-4A7F547C4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259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435BF83-EAA2-B11F-D149-3AC2E7BAF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8EAD538-7527-423A-D01F-DA900F754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3FB52FF5-907A-E216-3FAB-261DA3A7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5CAA-5FBF-4FC4-9643-4B8CA22532CC}" type="datetimeFigureOut">
              <a:rPr lang="fr-FR" smtClean="0"/>
              <a:t>23/09/2022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A2C2BF20-7745-C853-9C01-97CC2D20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AC9D7A53-2A01-15ED-EFF5-C10E57190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4F650-652C-4083-BFA0-4A7F547C4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563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E1C8318-7321-E88C-048F-2360D5FE2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B9DFBDBF-E1ED-E91F-A367-588E69CE9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2830BF4A-7FA9-D08C-0FFD-477E0EFA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5CAA-5FBF-4FC4-9643-4B8CA22532CC}" type="datetimeFigureOut">
              <a:rPr lang="fr-FR" smtClean="0"/>
              <a:t>23/09/2022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AD8A679F-229D-92C0-D6DD-42A59458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995150B6-52E7-8CF9-A3AF-BE2E739C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4F650-652C-4083-BFA0-4A7F547C4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50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5AC790F-00C0-0C66-F99A-818A6DA7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527E12A7-BF6C-8B00-19E0-C6527D643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651B6F1B-BED3-27AF-2DC7-7997A55CA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63895956-4C63-253E-1771-894B9A5FA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5CAA-5FBF-4FC4-9643-4B8CA22532CC}" type="datetimeFigureOut">
              <a:rPr lang="fr-FR" smtClean="0"/>
              <a:t>23/09/2022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8D0AD282-0644-22FE-5278-B889B7B81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20DD8D57-5556-1654-B85D-CF32676A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4F650-652C-4083-BFA0-4A7F547C4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63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BF6887A-9F45-B34E-33AB-A647F3F18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FC74EE54-CC3C-9854-A5D1-F698655D1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E0FE1B34-C703-07A0-34F8-636ACEB9A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xmlns="" id="{DE76E7D0-0E6A-B411-C1D2-D75FA5242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xmlns="" id="{6197DEF0-8ABC-2E67-FD76-B3491E53D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xmlns="" id="{4D614407-0923-63BF-9582-33004DF4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5CAA-5FBF-4FC4-9643-4B8CA22532CC}" type="datetimeFigureOut">
              <a:rPr lang="fr-FR" smtClean="0"/>
              <a:t>23/09/2022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117E02E6-3C69-BD04-FFE5-FC29D61E0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xmlns="" id="{E6ADA2BA-BCA9-163C-1914-25889509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4F650-652C-4083-BFA0-4A7F547C4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4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707C4B6-78D6-AAD7-447B-0890AF121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1FB239CA-7672-2577-8A01-5F3B2035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5CAA-5FBF-4FC4-9643-4B8CA22532CC}" type="datetimeFigureOut">
              <a:rPr lang="fr-FR" smtClean="0"/>
              <a:t>23/09/2022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5C922B39-F135-7348-3C24-AA9814AA5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0AFF8A12-FAD2-D522-7D68-878AD2B4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4F650-652C-4083-BFA0-4A7F547C4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441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xmlns="" id="{4C0E6C90-6E18-0D97-0A21-EB01B8F86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5CAA-5FBF-4FC4-9643-4B8CA22532CC}" type="datetimeFigureOut">
              <a:rPr lang="fr-FR" smtClean="0"/>
              <a:t>23/09/2022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xmlns="" id="{F3459E40-72C3-FDF7-3D32-401D429B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C0DB3D9A-2807-BB34-FFA5-90EC45C2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4F650-652C-4083-BFA0-4A7F547C4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05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854F006-8E8C-8B5A-F73E-0B0BD3FE8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7D36A8F9-CC56-7CCC-3483-B9ECC0A4F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97C7D2A6-7391-A2D6-E943-87557C331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5B153B4C-B2E5-61B1-F87E-BD8DFB91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5CAA-5FBF-4FC4-9643-4B8CA22532CC}" type="datetimeFigureOut">
              <a:rPr lang="fr-FR" smtClean="0"/>
              <a:t>23/09/2022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2B3C49BA-323C-652E-F9AC-79BA5D0A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64756A57-D75B-1998-63F8-94952878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4F650-652C-4083-BFA0-4A7F547C4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8227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127CBC5E-1772-76CA-7C70-0608096CB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xmlns="" id="{E43A39B4-2DB6-07CD-B29D-EEC1E846F0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9CBB26CF-FE05-524D-8364-14CEE728A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6D9DC389-CBC9-F49D-FB63-00DE245DD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5CAA-5FBF-4FC4-9643-4B8CA22532CC}" type="datetimeFigureOut">
              <a:rPr lang="fr-FR" smtClean="0"/>
              <a:t>23/09/2022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292A9150-A003-7C0A-23B5-BF8BB7530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3D36D65A-77CE-9686-3CCD-39E8B47A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4F650-652C-4083-BFA0-4A7F547C4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34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CE09A49-85D7-FD23-8180-8FF3F62D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7A1523FA-AC2F-CFDC-8DF3-6160DE037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C45C08B9-4777-E0CC-02D4-7C11EABB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5CAA-5FBF-4FC4-9643-4B8CA22532CC}" type="datetimeFigureOut">
              <a:rPr lang="fr-FR" smtClean="0"/>
              <a:t>23/09/2022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D4199A93-AA4B-3F0B-0607-2DEFC764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DB144660-B37A-1B5F-35FA-9B6AF953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4F650-652C-4083-BFA0-4A7F547C4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983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xmlns="" id="{E7FC9414-F49D-095A-B25A-561102C62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CDFD4AD6-EFA2-D27D-79C2-BA4AF4DFB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809EFCEF-6A5F-0078-567D-CD4170C1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5CAA-5FBF-4FC4-9643-4B8CA22532CC}" type="datetimeFigureOut">
              <a:rPr lang="fr-FR" smtClean="0"/>
              <a:t>23/09/2022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1932D744-01A3-3138-2F26-AA0D8F37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6A80C2B0-3257-2CC6-7B8B-3045A282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4F650-652C-4083-BFA0-4A7F547C4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1053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FAF96232-E012-DF27-9B8A-5D11BF93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EEB8C385-6743-FFCB-40BD-3174BBA8D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AB905A89-9DB3-58D1-B4E9-4741DBD1AC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25CAA-5FBF-4FC4-9643-4B8CA22532CC}" type="datetimeFigureOut">
              <a:rPr lang="fr-FR" smtClean="0"/>
              <a:t>23/09/2022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5FE1DE6D-1CA7-CE0D-80B0-3399B17DC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D4A89559-7D97-C0E4-6B5E-DE33814D7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4F650-652C-4083-BFA0-4A7F547C4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259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50">
                <a:alpha val="87000"/>
              </a:srgbClr>
            </a:gs>
            <a:gs pos="100000">
              <a:srgbClr val="00B050">
                <a:lumMod val="100000"/>
                <a:alpha val="46000"/>
              </a:srgb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D37BD7D-4C1B-FB11-A036-806D5FD67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31520" y="1205359"/>
            <a:ext cx="9144000" cy="1001712"/>
          </a:xfrm>
        </p:spPr>
        <p:txBody>
          <a:bodyPr/>
          <a:lstStyle/>
          <a:p>
            <a:r>
              <a:rPr lang="fr-FR" dirty="0"/>
              <a:t>Model </a:t>
            </a:r>
            <a:r>
              <a:rPr lang="fr-FR" dirty="0" err="1"/>
              <a:t>making</a:t>
            </a:r>
            <a:endParaRPr lang="fr-FR" dirty="0"/>
          </a:p>
        </p:txBody>
      </p:sp>
      <p:pic>
        <p:nvPicPr>
          <p:cNvPr id="1026" name="Picture 2" descr="Peut être une image de 1 personne et plein ai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55873"/>
            <a:ext cx="7338060" cy="3302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en Choisir une Voiture RC – Breizh-Modelis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8060" y="1205359"/>
            <a:ext cx="4853940" cy="2642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ien choisir un Bateau RC électrique – Breizh-Modelism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580" y="5027566"/>
            <a:ext cx="4122420" cy="183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92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50">
                <a:alpha val="87000"/>
              </a:srgbClr>
            </a:gs>
            <a:gs pos="100000">
              <a:srgbClr val="00B050">
                <a:lumMod val="100000"/>
                <a:alpha val="46000"/>
              </a:srgb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6F0145E-00CF-958D-E1C6-60A550AB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0" y="593725"/>
            <a:ext cx="4465320" cy="1325563"/>
          </a:xfrm>
        </p:spPr>
        <p:txBody>
          <a:bodyPr/>
          <a:lstStyle/>
          <a:p>
            <a:pPr algn="ctr"/>
            <a:r>
              <a:rPr lang="fr-FR" dirty="0"/>
              <a:t>The practice of </a:t>
            </a:r>
            <a:r>
              <a:rPr lang="fr-FR" dirty="0" err="1"/>
              <a:t>modelism</a:t>
            </a:r>
            <a:endParaRPr lang="fr-FR" dirty="0"/>
          </a:p>
        </p:txBody>
      </p:sp>
      <p:pic>
        <p:nvPicPr>
          <p:cNvPr id="4" name="Picture 4" descr="Achetez modélisme bateau rc occasion, annonce vente à Reims (51) WB1650328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1" y="1"/>
            <a:ext cx="4251960" cy="3188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Peut être une image de intérieu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" y="1577340"/>
            <a:ext cx="3960495" cy="528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Peut être une image de texte qui dit ’BG B13’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961" y="3188971"/>
            <a:ext cx="4892040" cy="366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44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50">
                <a:alpha val="87000"/>
              </a:srgbClr>
            </a:gs>
            <a:gs pos="100000">
              <a:srgbClr val="00B050">
                <a:lumMod val="100000"/>
                <a:alpha val="46000"/>
              </a:srgb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41E0C9B-5D88-82C5-A73A-A02735440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944" y="258458"/>
            <a:ext cx="5901055" cy="1325563"/>
          </a:xfrm>
        </p:spPr>
        <p:txBody>
          <a:bodyPr/>
          <a:lstStyle/>
          <a:p>
            <a:pPr algn="ctr"/>
            <a:r>
              <a:rPr lang="fr-FR" dirty="0"/>
              <a:t>Model </a:t>
            </a:r>
            <a:r>
              <a:rPr lang="fr-FR" dirty="0" err="1"/>
              <a:t>rc</a:t>
            </a:r>
            <a:endParaRPr lang="fr-FR" dirty="0"/>
          </a:p>
        </p:txBody>
      </p:sp>
      <p:pic>
        <p:nvPicPr>
          <p:cNvPr id="2058" name="Picture 10" descr="Peut être une image de 4 personnes et plein ai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82186"/>
            <a:ext cx="6835140" cy="307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Aucune description de photo disponibl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529"/>
            <a:ext cx="6290945" cy="353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https://scontent-frt3-1.xx.fbcdn.net/v/t39.30808-6/279158342_3142254526062403_3779585705882056350_n.jpg?stp=dst-jpg_s600x600&amp;_nc_cat=106&amp;ccb=1-7&amp;_nc_sid=730e14&amp;_nc_ohc=rb_RHFirOBoAX9DdWgQ&amp;_nc_ht=scontent-frt3-1.xx&amp;oh=00_AT-h0bwKFTiRSI9hoSrHFS2rXqY5j8v-7CVQsNRGeYq99w&amp;oe=63311BC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972" y="1210435"/>
            <a:ext cx="571500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64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50">
                <a:alpha val="87000"/>
              </a:srgbClr>
            </a:gs>
            <a:gs pos="100000">
              <a:srgbClr val="00B050">
                <a:lumMod val="100000"/>
                <a:alpha val="46000"/>
              </a:srgb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422BFB23-3B88-1B03-9B58-D27A92D97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5986" y="3427513"/>
            <a:ext cx="3646014" cy="1325563"/>
          </a:xfrm>
        </p:spPr>
        <p:txBody>
          <a:bodyPr/>
          <a:lstStyle/>
          <a:p>
            <a:pPr algn="ctr"/>
            <a:r>
              <a:rPr lang="fr-FR" dirty="0" smtClean="0"/>
              <a:t>The </a:t>
            </a:r>
            <a:r>
              <a:rPr lang="fr-FR" dirty="0"/>
              <a:t>accidents</a:t>
            </a:r>
          </a:p>
        </p:txBody>
      </p:sp>
      <p:pic>
        <p:nvPicPr>
          <p:cNvPr id="4098" name="Picture 2" descr="Peut être une image de intérieu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86100" cy="685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ucune description de photo disponibl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130" y="2929844"/>
            <a:ext cx="2945286" cy="392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ucune description de photo disponible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130" y="0"/>
            <a:ext cx="3931654" cy="294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ucune description de photo disponible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0"/>
            <a:ext cx="2563030" cy="527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888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10</Words>
  <Application>Microsoft Office PowerPoint</Application>
  <PresentationFormat>Grand écran</PresentationFormat>
  <Paragraphs>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Model making</vt:lpstr>
      <vt:lpstr>The practice of modelism</vt:lpstr>
      <vt:lpstr>Model rc</vt:lpstr>
      <vt:lpstr>The accidents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Scale model making</dc:title>
  <dc:creator>WEMMERT Crystal</dc:creator>
  <cp:lastModifiedBy>Dorian Bucchiotty</cp:lastModifiedBy>
  <cp:revision>36</cp:revision>
  <dcterms:created xsi:type="dcterms:W3CDTF">2022-09-12T17:10:25Z</dcterms:created>
  <dcterms:modified xsi:type="dcterms:W3CDTF">2022-09-23T06:35:34Z</dcterms:modified>
</cp:coreProperties>
</file>