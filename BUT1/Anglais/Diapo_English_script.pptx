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  <p:sldMasterId id="2147483773" r:id="rId2"/>
    <p:sldMasterId id="2147483785" r:id="rId3"/>
    <p:sldMasterId id="2147483959" r:id="rId4"/>
    <p:sldMasterId id="2147484137" r:id="rId5"/>
  </p:sldMasterIdLst>
  <p:sldIdLst>
    <p:sldId id="256" r:id="rId6"/>
    <p:sldId id="265" r:id="rId7"/>
    <p:sldId id="261" r:id="rId8"/>
    <p:sldId id="259" r:id="rId9"/>
    <p:sldId id="260" r:id="rId10"/>
    <p:sldId id="262" r:id="rId11"/>
    <p:sldId id="263" r:id="rId12"/>
    <p:sldId id="264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2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71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84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07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2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15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40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64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63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62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36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594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04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917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57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108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99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857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0838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167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383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984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488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055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882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3017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402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8721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3360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BA36AF-AFC1-B9F9-9AD3-C0F981577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EA9E86E-B688-8BFD-68CE-822508CD3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67A144-E28D-340A-3B1E-85DFD4B2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F1AAF78-5DE4-96D4-1C6D-D09856F1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5FC7AE-37AF-F3EC-C4AC-8D1A5B8F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3590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B099D1-9114-ED0E-1C92-5A951234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B40C96-1961-891C-4AC3-751FB852A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36E359-AB84-97DC-6A1B-9D34C8A52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A13B01-E6E5-7D5C-BC56-524352E8E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75F3A4-84CF-0F91-3064-61E6BB14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3704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EDB4BE-B65B-7B3C-4261-D2BC4C1E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0286C0-C8C9-2F03-841C-D5AD0E092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B99517-67F6-2FFC-06E2-6A27EA19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B668EF-DDE9-4D12-360F-1C1C1DC8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F71CBE-8E16-E328-F5DC-E82FE7E0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9370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73074A-A80C-6B28-F254-76B636E4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025227-67A4-50DE-31C2-B6B4957FE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9B27945-8A1F-39D2-2402-66D7FA732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62BD4B6-2737-98E2-0C04-8F7AE7073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8CB2F3-CDD8-6F91-CC27-7D278A60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23EE004-AB72-4F8C-007C-65832E81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809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DBF7EF-B682-80DF-23EB-F58501E7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77CA059-8FF1-CFDC-5743-CDCB2300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AA70AC-8C15-9E46-B45B-B00C1371A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EC7DCB6-7DAC-5990-E7EF-46CA30F4F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0AFE5AE-0E06-440E-587E-2C069D03E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09FA8C2-B1CD-F555-A6FE-4AFDEAB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4876AF0-1E51-9D48-1EF6-D409D928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7D0EBFC-2F28-BDF3-94C3-AFBDE355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9352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2ABE9F-2FA9-DA4D-F0B5-2E43DEE7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04FB826-B8FA-3B7A-5614-F225FDBE0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DA546D7-9351-6226-3241-F4BD1F82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F2CD45C-8AC6-5D73-0AA4-A19D8C50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66370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0F35A8E-1036-08AC-489A-6915228D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D60F279-30B5-B68B-F1E2-6C6683702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CEE6B66-AD4C-4F15-96C4-95CE020E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7360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E84D47-D462-1976-36A1-1E122CD5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8C6C67-3D08-2E24-9FFC-1D3122EA4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C2D979-6F68-6D1A-A007-A3B9683C6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CDA26C-9638-9FFD-BB90-E65A82EE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FED3A8-D4F8-0EAD-0BE9-15A32A55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674E169-1866-0FC9-D336-13AFD42B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0462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F8747E-37DD-5361-09BC-CD1EA0C8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4ADB3D2-0272-C83B-B08B-9A4DDA70B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9A49F9F-7F46-7949-C399-A9CF71C17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5A94D4A-E99F-AF1D-AE47-7E735102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F354AB-E6FF-53FA-46DF-57992924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6B78FFA-2324-AC2C-D65A-282AC472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58683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A4F44E-79FD-711E-BE51-EDF206A6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FFB9C3F-C9AB-EFA6-D68F-CC2B2E97A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6AF25F-A2C2-42F6-8148-39192111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79D14C-01CA-2366-B6DF-EFF155A1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C0C3E8-7990-049E-FE66-4B7E19F2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4006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7E80476-DF96-AEF8-C34A-5AA58B771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0F32887-B010-4B4F-31CF-3949C60C9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D9FB3A-FA1B-F740-02DC-9F49304DD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C27210-4C46-8AF8-1DB6-40A46802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916DCF-7CAE-02DE-B8F4-CDEE8F15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1595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7321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6902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9047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7635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0480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0277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2748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5973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282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376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5286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32906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3897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7558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7491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502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3863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329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643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2876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2102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4927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886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574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2589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5224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4886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0065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0744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423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37975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4261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7293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79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89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73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FB0DE44-C2AF-4E2B-9500-54560E69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FDD53C8-5F9C-9EEF-5CD4-9F9484A38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02BDF39-E489-CA8F-12E9-3A96B87A6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03A502-6DDA-A2A4-6E74-A7F96802F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59CCBC-281A-C9EE-64A9-1C1EE5E72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413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  <p:sldLayoutId id="2147483974" r:id="rId15"/>
    <p:sldLayoutId id="2147483975" r:id="rId16"/>
    <p:sldLayoutId id="214748397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20BEF55-DCCB-4F68-888A-D4D96D24A4EF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C3AA44-F0A3-404B-90B3-48BBEFD39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4753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38" r:id="rId1"/>
    <p:sldLayoutId id="2147484139" r:id="rId2"/>
    <p:sldLayoutId id="2147484140" r:id="rId3"/>
    <p:sldLayoutId id="2147484141" r:id="rId4"/>
    <p:sldLayoutId id="2147484142" r:id="rId5"/>
    <p:sldLayoutId id="2147484143" r:id="rId6"/>
    <p:sldLayoutId id="2147484144" r:id="rId7"/>
    <p:sldLayoutId id="2147484145" r:id="rId8"/>
    <p:sldLayoutId id="2147484146" r:id="rId9"/>
    <p:sldLayoutId id="2147484147" r:id="rId10"/>
    <p:sldLayoutId id="2147484148" r:id="rId11"/>
    <p:sldLayoutId id="2147484149" r:id="rId12"/>
    <p:sldLayoutId id="2147484150" r:id="rId13"/>
    <p:sldLayoutId id="2147484151" r:id="rId14"/>
    <p:sldLayoutId id="2147484152" r:id="rId15"/>
    <p:sldLayoutId id="2147484153" r:id="rId16"/>
    <p:sldLayoutId id="21474841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B8D726A5-7900-41B4-8D49-49B4A2010E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DBBCAB6-F000-2B92-0116-62F801F9A1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r="-1" b="43735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tx1"/>
                </a:solidFill>
              </a:rPr>
              <a:t>QUICK </a:t>
            </a:r>
            <a:r>
              <a:rPr lang="en-US" sz="6600" dirty="0">
                <a:solidFill>
                  <a:schemeClr val="tx1"/>
                </a:solidFill>
              </a:rPr>
              <a:t>RECAP</a:t>
            </a:r>
            <a:r>
              <a:rPr lang="fr-FR" sz="6600" dirty="0">
                <a:solidFill>
                  <a:schemeClr val="tx1"/>
                </a:solidFill>
              </a:rPr>
              <a:t> OF LES 1.03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chemeClr val="tx1"/>
                </a:solidFill>
              </a:rPr>
              <a:t>Represented by Kanco Abbas and Dorian Buchiotty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46E49661-E258-450C-8150-A91A6B30D1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317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7">
            <a:extLst>
              <a:ext uri="{FF2B5EF4-FFF2-40B4-BE49-F238E27FC236}">
                <a16:creationId xmlns:a16="http://schemas.microsoft.com/office/drawing/2014/main" xmlns="" id="{98F59C0D-C841-4077-8A86-CFA04BFD6B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67716107-90BF-4496-9A07-0725F1BFD7D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513F9E32-5E2C-4B36-9DD2-C10A9917ED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CDF688DD-0F85-41C3-8996-F19BE3748A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A6FD2F11-D24C-49B6-9A36-D99D7A5DC1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cxnSp>
        <p:nvCxnSpPr>
          <p:cNvPr id="36" name="Straight Connector 13">
            <a:extLst>
              <a:ext uri="{FF2B5EF4-FFF2-40B4-BE49-F238E27FC236}">
                <a16:creationId xmlns:a16="http://schemas.microsoft.com/office/drawing/2014/main" xmlns="" id="{5319E216-CB07-40D9-9253-0C7AADA11B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15">
            <a:extLst>
              <a:ext uri="{FF2B5EF4-FFF2-40B4-BE49-F238E27FC236}">
                <a16:creationId xmlns:a16="http://schemas.microsoft.com/office/drawing/2014/main" xmlns="" id="{DA954E3F-C90F-4AED-8C5E-30BBC99870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xmlns="" id="{45F274D6-81B5-4350-AFD5-014504FF59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0000">
                <a:srgbClr val="FFFFFF"/>
              </a:gs>
              <a:gs pos="61000">
                <a:srgbClr val="F8F8F8"/>
              </a:gs>
              <a:gs pos="97000">
                <a:srgbClr val="E5E5E5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127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3122A6-ED2C-B67E-5BDB-3E1809B3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5508"/>
            <a:ext cx="3354470" cy="5586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SUMMARY AND GOALS </a:t>
            </a:r>
          </a:p>
        </p:txBody>
      </p:sp>
      <p:sp useBgFill="1">
        <p:nvSpPr>
          <p:cNvPr id="39" name="Rectangle 19">
            <a:extLst>
              <a:ext uri="{FF2B5EF4-FFF2-40B4-BE49-F238E27FC236}">
                <a16:creationId xmlns:a16="http://schemas.microsoft.com/office/drawing/2014/main" xmlns="" id="{8D21268E-FF5E-4624-BB9D-B825216E94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34082" y="469900"/>
            <a:ext cx="6582982" cy="5918200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xmlns="" id="{92819B5D-60BA-4995-92D8-FC547E6048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8325" y="635508"/>
            <a:ext cx="6254496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C912F7-67E2-2281-2531-EF5F50112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17804" y="954756"/>
            <a:ext cx="5613283" cy="48538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REPRESENTATION OF CONTENT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ROLE OF EACH SCRIPT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DIFFICULTIES ECOUNTRED 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WE LEARNED AT THE END</a:t>
            </a:r>
          </a:p>
          <a:p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919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xmlns="" id="{2B577FF9-3543-4875-815D-3D87BD8A20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59601" y="2015412"/>
            <a:ext cx="5221185" cy="3377684"/>
          </a:xfrm>
        </p:spPr>
        <p:txBody>
          <a:bodyPr anchor="t"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fr-FR" dirty="0"/>
              <a:t>LIST OF FILES ( ACESS FILES AND ERROR FILES 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CONNECTED TO A SITE VIA APACHE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GOAL : JOURNALING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IP ADRESS, USER, DATE, SIZE …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LOGGING MANAGMENT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xmlns="" id="{F5569EEC-E12F-4856-B407-02B2813A4A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xmlns="" id="{CF860788-3A6A-45A3-B3F1-06F159665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1" r="1" b="893"/>
          <a:stretch/>
        </p:blipFill>
        <p:spPr>
          <a:xfrm>
            <a:off x="6651243" y="1774799"/>
            <a:ext cx="4939504" cy="2925455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21" name="Freeform: Shape 15">
            <a:extLst>
              <a:ext uri="{FF2B5EF4-FFF2-40B4-BE49-F238E27FC236}">
                <a16:creationId xmlns:a16="http://schemas.microsoft.com/office/drawing/2014/main" xmlns="" id="{DF1E3393-B852-4883-B778-ED35251129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xmlns="" id="{39853D09-4205-4CC7-83EB-288E886AC9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19">
            <a:extLst>
              <a:ext uri="{FF2B5EF4-FFF2-40B4-BE49-F238E27FC236}">
                <a16:creationId xmlns:a16="http://schemas.microsoft.com/office/drawing/2014/main" xmlns="" id="{0D040B79-3E73-4A31-840D-D6B9C9FDFC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1">
            <a:extLst>
              <a:ext uri="{FF2B5EF4-FFF2-40B4-BE49-F238E27FC236}">
                <a16:creationId xmlns:a16="http://schemas.microsoft.com/office/drawing/2014/main" xmlns="" id="{156C6AE5-3F8B-42AC-9EA4-1B686A11E9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934863" y="657520"/>
            <a:ext cx="2501153" cy="922386"/>
          </a:xfrm>
        </p:spPr>
        <p:txBody>
          <a:bodyPr>
            <a:normAutofit fontScale="90000"/>
          </a:bodyPr>
          <a:lstStyle/>
          <a:p>
            <a:r>
              <a:rPr lang="fr-FR" sz="5400" dirty="0"/>
              <a:t>Script</a:t>
            </a:r>
            <a:r>
              <a:rPr lang="fr-FR" sz="4400" dirty="0"/>
              <a:t> 1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67924" y="2963134"/>
            <a:ext cx="4400810" cy="259498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Tx/>
              <a:buChar char="-"/>
            </a:pPr>
            <a:r>
              <a:rPr lang="fr-FR" dirty="0"/>
              <a:t>ARCHIVE ALL FILES BASED ON DATE</a:t>
            </a:r>
          </a:p>
          <a:p>
            <a:pPr marL="342900" indent="-342900">
              <a:buFontTx/>
              <a:buChar char="-"/>
            </a:pPr>
            <a:r>
              <a:rPr lang="fr-FR" dirty="0"/>
              <a:t>NEW FILE UNDER FORMAT (DD_)</a:t>
            </a:r>
          </a:p>
          <a:p>
            <a:pPr marL="342900" indent="-342900">
              <a:buFontTx/>
              <a:buChar char="-"/>
            </a:pPr>
            <a:r>
              <a:rPr lang="en-US" dirty="0"/>
              <a:t>Problems</a:t>
            </a:r>
            <a:r>
              <a:rPr lang="fr-FR" dirty="0"/>
              <a:t> : </a:t>
            </a:r>
          </a:p>
          <a:p>
            <a:pPr marL="342900" indent="-342900">
              <a:buFontTx/>
              <a:buChar char="-"/>
            </a:pPr>
            <a:r>
              <a:rPr lang="en-US" dirty="0"/>
              <a:t>Extract</a:t>
            </a:r>
            <a:r>
              <a:rPr lang="fr-FR" dirty="0"/>
              <a:t> the date </a:t>
            </a:r>
            <a:r>
              <a:rPr lang="en-US" dirty="0"/>
              <a:t>from</a:t>
            </a:r>
            <a:r>
              <a:rPr lang="fr-FR" dirty="0"/>
              <a:t> the base file</a:t>
            </a:r>
          </a:p>
          <a:p>
            <a:pPr marL="342900" indent="-342900">
              <a:buFontTx/>
              <a:buChar char="-"/>
            </a:pPr>
            <a:r>
              <a:rPr lang="fr-FR" dirty="0"/>
              <a:t>EMPTEING THE BASE FILE</a:t>
            </a:r>
          </a:p>
          <a:p>
            <a:pPr marL="342900" indent="-342900">
              <a:buFontTx/>
              <a:buChar char="-"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72" y="1000804"/>
            <a:ext cx="847843" cy="108600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438" y="1026493"/>
            <a:ext cx="790592" cy="11068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223" y="1000804"/>
            <a:ext cx="840633" cy="115820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85" y="3467240"/>
            <a:ext cx="5459333" cy="2731279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xmlns="" id="{4E9EC1D9-B4AF-A84E-5F07-14A27FFD26B1}"/>
              </a:ext>
            </a:extLst>
          </p:cNvPr>
          <p:cNvSpPr/>
          <p:nvPr/>
        </p:nvSpPr>
        <p:spPr>
          <a:xfrm>
            <a:off x="1442611" y="1263045"/>
            <a:ext cx="790592" cy="4751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xmlns="" id="{533B25E4-E6AA-59A3-35D1-601867E37C39}"/>
              </a:ext>
            </a:extLst>
          </p:cNvPr>
          <p:cNvSpPr/>
          <p:nvPr/>
        </p:nvSpPr>
        <p:spPr>
          <a:xfrm>
            <a:off x="3182471" y="1326776"/>
            <a:ext cx="690282" cy="4751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xmlns="" id="{8FB2F84B-244E-0B51-0920-85D3CEFD12F1}"/>
              </a:ext>
            </a:extLst>
          </p:cNvPr>
          <p:cNvSpPr/>
          <p:nvPr/>
        </p:nvSpPr>
        <p:spPr>
          <a:xfrm>
            <a:off x="1586753" y="2474259"/>
            <a:ext cx="2501153" cy="7605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9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28624" y="234939"/>
            <a:ext cx="2737135" cy="1009934"/>
          </a:xfrm>
        </p:spPr>
        <p:txBody>
          <a:bodyPr>
            <a:normAutofit/>
          </a:bodyPr>
          <a:lstStyle/>
          <a:p>
            <a:r>
              <a:rPr lang="fr-FR" dirty="0"/>
              <a:t>Script 2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090715" y="1877344"/>
            <a:ext cx="3724596" cy="4240749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fr-FR" dirty="0"/>
              <a:t>CREATE A MENU OF TASKS</a:t>
            </a:r>
          </a:p>
          <a:p>
            <a:pPr marL="342900" indent="-342900">
              <a:buFontTx/>
              <a:buChar char="-"/>
            </a:pPr>
            <a:r>
              <a:rPr lang="fr-FR" dirty="0"/>
              <a:t>BASED ON AN ACCESS LOG OF ONE DAY</a:t>
            </a:r>
          </a:p>
          <a:p>
            <a:pPr marL="342900" indent="-342900">
              <a:buFontTx/>
              <a:buChar char="-"/>
            </a:pPr>
            <a:r>
              <a:rPr lang="fr-FR" dirty="0"/>
              <a:t>THE HARDEST SCRIPT (SEARCH, SORT, …)</a:t>
            </a:r>
          </a:p>
          <a:p>
            <a:pPr marL="342900" indent="-342900">
              <a:buFontTx/>
              <a:buChar char="-"/>
            </a:pPr>
            <a:r>
              <a:rPr lang="fr-FR" dirty="0"/>
              <a:t> tasks based on hour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360" y="293268"/>
            <a:ext cx="1066949" cy="123842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89" y="1870910"/>
            <a:ext cx="6558295" cy="332439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89" y="5873743"/>
            <a:ext cx="6558295" cy="24435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89" y="293269"/>
            <a:ext cx="4376286" cy="123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30055" y="306473"/>
            <a:ext cx="2977226" cy="1009934"/>
          </a:xfrm>
        </p:spPr>
        <p:txBody>
          <a:bodyPr>
            <a:normAutofit/>
          </a:bodyPr>
          <a:lstStyle/>
          <a:p>
            <a:r>
              <a:rPr lang="fr-FR" dirty="0"/>
              <a:t>Script 3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892955" y="1691202"/>
            <a:ext cx="3214315" cy="4637880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fr-FR" dirty="0"/>
              <a:t>SAME AS THE LAST ONE</a:t>
            </a:r>
          </a:p>
          <a:p>
            <a:pPr marL="342900" indent="-342900">
              <a:buFontTx/>
              <a:buChar char="-"/>
            </a:pPr>
            <a:r>
              <a:rPr lang="fr-FR" dirty="0"/>
              <a:t>BASED ON A MONTH</a:t>
            </a:r>
          </a:p>
          <a:p>
            <a:pPr marL="342900" indent="-342900">
              <a:buFontTx/>
              <a:buChar char="-"/>
            </a:pPr>
            <a:r>
              <a:rPr lang="fr-FR" dirty="0"/>
              <a:t>FUSED ALL OF ACCESS LOG OF ONE </a:t>
            </a:r>
            <a:r>
              <a:rPr lang="fr-FR" dirty="0" smtClean="0"/>
              <a:t>month</a:t>
            </a:r>
            <a:endParaRPr lang="fr-FR" dirty="0"/>
          </a:p>
          <a:p>
            <a:pPr marL="342900" indent="-342900">
              <a:buFontTx/>
              <a:buChar char="-"/>
            </a:pPr>
            <a:r>
              <a:rPr lang="fr-FR" dirty="0"/>
              <a:t>NO PROBLEMS ENCOUNTRED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996" y="2008363"/>
            <a:ext cx="1066949" cy="123842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6" y="3429000"/>
            <a:ext cx="6292829" cy="312252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48" y="2016940"/>
            <a:ext cx="857370" cy="11812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48" y="306473"/>
            <a:ext cx="4726636" cy="147967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xmlns="" id="{854FB678-BB39-5EA1-1266-DEF5EE7B1B4F}"/>
              </a:ext>
            </a:extLst>
          </p:cNvPr>
          <p:cNvSpPr/>
          <p:nvPr/>
        </p:nvSpPr>
        <p:spPr>
          <a:xfrm>
            <a:off x="1524000" y="2268071"/>
            <a:ext cx="923365" cy="502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0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91788" y="294422"/>
            <a:ext cx="2951342" cy="1009934"/>
          </a:xfrm>
        </p:spPr>
        <p:txBody>
          <a:bodyPr>
            <a:normAutofit/>
          </a:bodyPr>
          <a:lstStyle/>
          <a:p>
            <a:r>
              <a:rPr lang="fr-FR" dirty="0"/>
              <a:t>Script 4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980935" y="1783102"/>
            <a:ext cx="2775044" cy="3832517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fr-FR" dirty="0"/>
              <a:t>CREATE A MENU OF TASKS</a:t>
            </a:r>
          </a:p>
          <a:p>
            <a:pPr marL="342900" indent="-342900">
              <a:buFontTx/>
              <a:buChar char="-"/>
            </a:pPr>
            <a:r>
              <a:rPr lang="fr-FR" dirty="0"/>
              <a:t>BASED ON AN ERROR LOG OF ONE DAY</a:t>
            </a:r>
          </a:p>
          <a:p>
            <a:pPr marL="342900" indent="-342900">
              <a:buFontTx/>
              <a:buChar char="-"/>
            </a:pPr>
            <a:r>
              <a:rPr lang="fr-FR" dirty="0"/>
              <a:t>THE SECOND HARDEST SCRIPT </a:t>
            </a:r>
          </a:p>
          <a:p>
            <a:pPr marL="342900" indent="-342900">
              <a:buFontTx/>
              <a:buChar char="-"/>
            </a:pPr>
            <a:r>
              <a:rPr lang="fr-FR" dirty="0"/>
              <a:t>SUMMARY OF A DAY ( REMOVING [, ], : 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630" y="811111"/>
            <a:ext cx="1038370" cy="115268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88" y="6057469"/>
            <a:ext cx="7854612" cy="23501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3435"/>
          <a:stretch/>
        </p:blipFill>
        <p:spPr>
          <a:xfrm>
            <a:off x="358588" y="2533739"/>
            <a:ext cx="6018291" cy="308188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88" y="683018"/>
            <a:ext cx="4344006" cy="140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3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299014" y="384870"/>
            <a:ext cx="2718610" cy="1009934"/>
          </a:xfrm>
        </p:spPr>
        <p:txBody>
          <a:bodyPr>
            <a:normAutofit/>
          </a:bodyPr>
          <a:lstStyle/>
          <a:p>
            <a:r>
              <a:rPr lang="fr-FR" dirty="0"/>
              <a:t>Script 5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862047" y="1690751"/>
            <a:ext cx="2991768" cy="4258320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fr-FR" dirty="0"/>
              <a:t>SAME AS THE LAST ONE</a:t>
            </a:r>
          </a:p>
          <a:p>
            <a:pPr marL="342900" indent="-342900">
              <a:buFontTx/>
              <a:buChar char="-"/>
            </a:pPr>
            <a:r>
              <a:rPr lang="fr-FR" dirty="0"/>
              <a:t>BASED ON A MONTH</a:t>
            </a:r>
          </a:p>
          <a:p>
            <a:pPr marL="342900" indent="-342900">
              <a:buFontTx/>
              <a:buChar char="-"/>
            </a:pPr>
            <a:r>
              <a:rPr lang="fr-FR" dirty="0"/>
              <a:t>FUSED ALL OF ERROR LOG OF ONE </a:t>
            </a:r>
            <a:r>
              <a:rPr lang="fr-FR" dirty="0" smtClean="0"/>
              <a:t>month</a:t>
            </a:r>
            <a:endParaRPr lang="fr-FR" dirty="0"/>
          </a:p>
          <a:p>
            <a:pPr marL="342900" indent="-342900">
              <a:buFontTx/>
              <a:buChar char="-"/>
            </a:pPr>
            <a:r>
              <a:rPr lang="fr-FR" dirty="0"/>
              <a:t>NO PROBLEMS ENCOUNTRED</a:t>
            </a:r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815" y="2011463"/>
            <a:ext cx="1038370" cy="11526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42" y="3393807"/>
            <a:ext cx="5920700" cy="327606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24" y="2011463"/>
            <a:ext cx="857370" cy="118126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24" y="293168"/>
            <a:ext cx="4401164" cy="150516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4112480A-4F30-11A3-726E-D2590F6C9F67}"/>
              </a:ext>
            </a:extLst>
          </p:cNvPr>
          <p:cNvSpPr/>
          <p:nvPr/>
        </p:nvSpPr>
        <p:spPr>
          <a:xfrm>
            <a:off x="1584369" y="2336794"/>
            <a:ext cx="857370" cy="502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0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0">
            <a:extLst>
              <a:ext uri="{FF2B5EF4-FFF2-40B4-BE49-F238E27FC236}">
                <a16:creationId xmlns:a16="http://schemas.microsoft.com/office/drawing/2014/main" xmlns="" id="{C1709A45-C6F3-4CEE-AA0F-887FAC5CAE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1E1635-9B42-C828-7469-0183D07F4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33400"/>
            <a:ext cx="10820400" cy="1177092"/>
          </a:xfrm>
        </p:spPr>
        <p:txBody>
          <a:bodyPr anchor="b">
            <a:normAutofit/>
          </a:bodyPr>
          <a:lstStyle/>
          <a:p>
            <a:pPr algn="ctr"/>
            <a:r>
              <a:rPr lang="fr-FR" sz="4400" dirty="0"/>
              <a:t>What we learned</a:t>
            </a:r>
            <a:endParaRPr lang="en-US" sz="4400" dirty="0"/>
          </a:p>
        </p:txBody>
      </p:sp>
      <p:cxnSp>
        <p:nvCxnSpPr>
          <p:cNvPr id="88" name="Straight Connector 82">
            <a:extLst>
              <a:ext uri="{FF2B5EF4-FFF2-40B4-BE49-F238E27FC236}">
                <a16:creationId xmlns:a16="http://schemas.microsoft.com/office/drawing/2014/main" xmlns="" id="{26E963D7-0A73-484A-B8A2-DDBFEA123C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5845629" y="1850077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reate meme &quot;Carl weathers and Arnold Schwarzenegger, handshake , hand &quot; -  Pictures - Meme-arsenal.com">
            <a:extLst>
              <a:ext uri="{FF2B5EF4-FFF2-40B4-BE49-F238E27FC236}">
                <a16:creationId xmlns:a16="http://schemas.microsoft.com/office/drawing/2014/main" xmlns="" id="{557A0896-C5FE-43B2-6880-32303707A7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66" y="2165287"/>
            <a:ext cx="3568958" cy="280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DD95766-4268-095C-5123-E50BF3C6F449}"/>
              </a:ext>
            </a:extLst>
          </p:cNvPr>
          <p:cNvSpPr txBox="1"/>
          <p:nvPr/>
        </p:nvSpPr>
        <p:spPr>
          <a:xfrm>
            <a:off x="1292289" y="4446036"/>
            <a:ext cx="1217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ABBAS</a:t>
            </a:r>
            <a:endParaRPr lang="en-US" sz="2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CCD9F171-BB89-E04B-768C-7A5111D9815D}"/>
              </a:ext>
            </a:extLst>
          </p:cNvPr>
          <p:cNvSpPr txBox="1"/>
          <p:nvPr/>
        </p:nvSpPr>
        <p:spPr>
          <a:xfrm>
            <a:off x="2509935" y="3922816"/>
            <a:ext cx="1413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DORIAN</a:t>
            </a:r>
            <a:endParaRPr lang="en-US" dirty="0"/>
          </a:p>
        </p:txBody>
      </p:sp>
      <p:pic>
        <p:nvPicPr>
          <p:cNvPr id="2052" name="Picture 4" descr="Knowledge Meme Blank Template - Imgflip">
            <a:extLst>
              <a:ext uri="{FF2B5EF4-FFF2-40B4-BE49-F238E27FC236}">
                <a16:creationId xmlns:a16="http://schemas.microsoft.com/office/drawing/2014/main" xmlns="" id="{7D813507-2D39-9102-392B-E057904DF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719" y="1950097"/>
            <a:ext cx="3740992" cy="309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46FF8B05-5681-BA4D-B4B3-46FF7DFA1173}"/>
              </a:ext>
            </a:extLst>
          </p:cNvPr>
          <p:cNvSpPr txBox="1"/>
          <p:nvPr/>
        </p:nvSpPr>
        <p:spPr>
          <a:xfrm>
            <a:off x="919066" y="5424051"/>
            <a:ext cx="356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MORE CHEMISTRY BETWEEN US</a:t>
            </a:r>
          </a:p>
          <a:p>
            <a:pPr marL="285750" indent="-285750">
              <a:buFontTx/>
              <a:buChar char="-"/>
            </a:pPr>
            <a:r>
              <a:rPr lang="fr-FR" dirty="0"/>
              <a:t>MORE ADAPTIVE INTO TEAM WORKING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BE974074-C5C3-B394-138D-56A48653DA38}"/>
              </a:ext>
            </a:extLst>
          </p:cNvPr>
          <p:cNvSpPr txBox="1"/>
          <p:nvPr/>
        </p:nvSpPr>
        <p:spPr>
          <a:xfrm>
            <a:off x="7158717" y="5504695"/>
            <a:ext cx="3740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MORE KNOWLEDGE SCRIPT CODING</a:t>
            </a:r>
          </a:p>
          <a:p>
            <a:pPr marL="285750" indent="-285750">
              <a:buFontTx/>
              <a:buChar char="-"/>
            </a:pPr>
            <a:r>
              <a:rPr lang="fr-FR" dirty="0"/>
              <a:t>EXTRA INFO FROM PERSONAL RESEARCHES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9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F5883F-8007-CCB1-D36D-14A609B5F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059" y="674915"/>
            <a:ext cx="6003472" cy="1456267"/>
          </a:xfrm>
        </p:spPr>
        <p:txBody>
          <a:bodyPr>
            <a:normAutofit/>
          </a:bodyPr>
          <a:lstStyle/>
          <a:p>
            <a:r>
              <a:rPr lang="fr-FR" sz="4400" dirty="0"/>
              <a:t>THANKS FOR LISTENING</a:t>
            </a:r>
            <a:endParaRPr lang="en-US" sz="4400" dirty="0"/>
          </a:p>
        </p:txBody>
      </p:sp>
      <p:pic>
        <p:nvPicPr>
          <p:cNvPr id="3074" name="Picture 2" descr="Thank You Meme Funny - IdleMeme">
            <a:extLst>
              <a:ext uri="{FF2B5EF4-FFF2-40B4-BE49-F238E27FC236}">
                <a16:creationId xmlns:a16="http://schemas.microsoft.com/office/drawing/2014/main" xmlns="" id="{D62E6314-9110-A8B9-C261-9BF07AFF4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05075"/>
            <a:ext cx="6858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20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5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217</Words>
  <Application>Microsoft Office PowerPoint</Application>
  <PresentationFormat>Grand écran</PresentationFormat>
  <Paragraphs>47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10</vt:i4>
      </vt:variant>
    </vt:vector>
  </HeadingPairs>
  <TitlesOfParts>
    <vt:vector size="23" baseType="lpstr">
      <vt:lpstr>Arial</vt:lpstr>
      <vt:lpstr>Calibri</vt:lpstr>
      <vt:lpstr>Calibri Light</vt:lpstr>
      <vt:lpstr>Garamond</vt:lpstr>
      <vt:lpstr>Trebuchet MS</vt:lpstr>
      <vt:lpstr>Tw Cen MT</vt:lpstr>
      <vt:lpstr>Tw Cen MT Condensed</vt:lpstr>
      <vt:lpstr>Wingdings 3</vt:lpstr>
      <vt:lpstr>Organic</vt:lpstr>
      <vt:lpstr>Integral</vt:lpstr>
      <vt:lpstr>Office Theme</vt:lpstr>
      <vt:lpstr>Circuit</vt:lpstr>
      <vt:lpstr>Celestial</vt:lpstr>
      <vt:lpstr>QUICK RECAP OF LES 1.03</vt:lpstr>
      <vt:lpstr>SUMMARY AND GOALS </vt:lpstr>
      <vt:lpstr>Présentation PowerPoint</vt:lpstr>
      <vt:lpstr>Script 1</vt:lpstr>
      <vt:lpstr>Script 2</vt:lpstr>
      <vt:lpstr>Script 3</vt:lpstr>
      <vt:lpstr>Script 4</vt:lpstr>
      <vt:lpstr>Script 5</vt:lpstr>
      <vt:lpstr>What we learned</vt:lpstr>
      <vt:lpstr>THANKS FOR LISTENING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Dorian Bucchiotty</dc:creator>
  <cp:lastModifiedBy>Dorian Bucchiotty</cp:lastModifiedBy>
  <cp:revision>34</cp:revision>
  <dcterms:created xsi:type="dcterms:W3CDTF">2023-01-14T20:32:49Z</dcterms:created>
  <dcterms:modified xsi:type="dcterms:W3CDTF">2023-01-16T08:07:11Z</dcterms:modified>
</cp:coreProperties>
</file>