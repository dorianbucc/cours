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9" r:id="rId5"/>
    <p:sldId id="262" r:id="rId6"/>
    <p:sldId id="260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3DCF68-2ABB-48E5-B81E-C44636E63E2B}" v="32" dt="2022-03-17T13:08:20.4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77" d="100"/>
          <a:sy n="77" d="100"/>
        </p:scale>
        <p:origin x="33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ian Bucchiotty" userId="27e4bbf8dde59229" providerId="LiveId" clId="{2ADBE0B8-61F8-0E47-8305-5059265F18F6}"/>
    <pc:docChg chg="modSld">
      <pc:chgData name="Dorian Bucchiotty" userId="27e4bbf8dde59229" providerId="LiveId" clId="{2ADBE0B8-61F8-0E47-8305-5059265F18F6}" dt="2022-02-24T13:52:29.726" v="6" actId="113"/>
      <pc:docMkLst>
        <pc:docMk/>
      </pc:docMkLst>
      <pc:sldChg chg="modSp">
        <pc:chgData name="Dorian Bucchiotty" userId="27e4bbf8dde59229" providerId="LiveId" clId="{2ADBE0B8-61F8-0E47-8305-5059265F18F6}" dt="2022-02-24T13:52:29.726" v="6" actId="113"/>
        <pc:sldMkLst>
          <pc:docMk/>
          <pc:sldMk cId="3784089036" sldId="256"/>
        </pc:sldMkLst>
        <pc:spChg chg="mod">
          <ac:chgData name="Dorian Bucchiotty" userId="27e4bbf8dde59229" providerId="LiveId" clId="{2ADBE0B8-61F8-0E47-8305-5059265F18F6}" dt="2022-02-24T13:52:29.726" v="6" actId="113"/>
          <ac:spMkLst>
            <pc:docMk/>
            <pc:sldMk cId="3784089036" sldId="256"/>
            <ac:spMk id="2" creationId="{00000000-0000-0000-0000-000000000000}"/>
          </ac:spMkLst>
        </pc:spChg>
      </pc:sldChg>
    </pc:docChg>
  </pc:docChgLst>
  <pc:docChgLst>
    <pc:chgData name="Dorian Bucchiotty" userId="27e4bbf8dde59229" providerId="LiveId" clId="{EC3DCF68-2ABB-48E5-B81E-C44636E63E2B}"/>
    <pc:docChg chg="undo custSel addSld delSld modSld">
      <pc:chgData name="Dorian Bucchiotty" userId="27e4bbf8dde59229" providerId="LiveId" clId="{EC3DCF68-2ABB-48E5-B81E-C44636E63E2B}" dt="2022-03-17T13:25:44.040" v="621" actId="20577"/>
      <pc:docMkLst>
        <pc:docMk/>
      </pc:docMkLst>
      <pc:sldChg chg="addSp delSp modSp mod setBg addAnim">
        <pc:chgData name="Dorian Bucchiotty" userId="27e4bbf8dde59229" providerId="LiveId" clId="{EC3DCF68-2ABB-48E5-B81E-C44636E63E2B}" dt="2022-03-17T13:08:20.489" v="582" actId="571"/>
        <pc:sldMkLst>
          <pc:docMk/>
          <pc:sldMk cId="3784089036" sldId="256"/>
        </pc:sldMkLst>
        <pc:spChg chg="mod">
          <ac:chgData name="Dorian Bucchiotty" userId="27e4bbf8dde59229" providerId="LiveId" clId="{EC3DCF68-2ABB-48E5-B81E-C44636E63E2B}" dt="2022-03-17T10:39:32.082" v="577" actId="26606"/>
          <ac:spMkLst>
            <pc:docMk/>
            <pc:sldMk cId="3784089036" sldId="256"/>
            <ac:spMk id="2" creationId="{00000000-0000-0000-0000-000000000000}"/>
          </ac:spMkLst>
        </pc:spChg>
        <pc:spChg chg="del mod">
          <ac:chgData name="Dorian Bucchiotty" userId="27e4bbf8dde59229" providerId="LiveId" clId="{EC3DCF68-2ABB-48E5-B81E-C44636E63E2B}" dt="2022-03-17T10:24:49.608" v="355" actId="478"/>
          <ac:spMkLst>
            <pc:docMk/>
            <pc:sldMk cId="3784089036" sldId="256"/>
            <ac:spMk id="3" creationId="{00000000-0000-0000-0000-000000000000}"/>
          </ac:spMkLst>
        </pc:spChg>
        <pc:spChg chg="del">
          <ac:chgData name="Dorian Bucchiotty" userId="27e4bbf8dde59229" providerId="LiveId" clId="{EC3DCF68-2ABB-48E5-B81E-C44636E63E2B}" dt="2022-03-17T10:24:47.281" v="354" actId="478"/>
          <ac:spMkLst>
            <pc:docMk/>
            <pc:sldMk cId="3784089036" sldId="256"/>
            <ac:spMk id="5" creationId="{00000000-0000-0000-0000-000000000000}"/>
          </ac:spMkLst>
        </pc:spChg>
        <pc:spChg chg="add del mod">
          <ac:chgData name="Dorian Bucchiotty" userId="27e4bbf8dde59229" providerId="LiveId" clId="{EC3DCF68-2ABB-48E5-B81E-C44636E63E2B}" dt="2022-03-17T10:24:51.536" v="356" actId="478"/>
          <ac:spMkLst>
            <pc:docMk/>
            <pc:sldMk cId="3784089036" sldId="256"/>
            <ac:spMk id="6" creationId="{50C9E1C3-B190-4DF9-BEB0-8A5D84146B6C}"/>
          </ac:spMkLst>
        </pc:spChg>
        <pc:spChg chg="add">
          <ac:chgData name="Dorian Bucchiotty" userId="27e4bbf8dde59229" providerId="LiveId" clId="{EC3DCF68-2ABB-48E5-B81E-C44636E63E2B}" dt="2022-03-17T10:39:32.082" v="577" actId="26606"/>
          <ac:spMkLst>
            <pc:docMk/>
            <pc:sldMk cId="3784089036" sldId="256"/>
            <ac:spMk id="71" creationId="{8C790BE2-4E4F-4AAF-81A2-4A6F4885EBE6}"/>
          </ac:spMkLst>
        </pc:spChg>
        <pc:spChg chg="add">
          <ac:chgData name="Dorian Bucchiotty" userId="27e4bbf8dde59229" providerId="LiveId" clId="{EC3DCF68-2ABB-48E5-B81E-C44636E63E2B}" dt="2022-03-17T10:39:32.082" v="577" actId="26606"/>
          <ac:spMkLst>
            <pc:docMk/>
            <pc:sldMk cId="3784089036" sldId="256"/>
            <ac:spMk id="73" creationId="{D28B54C3-B57B-472A-B96E-1FCB67093DC2}"/>
          </ac:spMkLst>
        </pc:spChg>
        <pc:spChg chg="add">
          <ac:chgData name="Dorian Bucchiotty" userId="27e4bbf8dde59229" providerId="LiveId" clId="{EC3DCF68-2ABB-48E5-B81E-C44636E63E2B}" dt="2022-03-17T10:39:32.082" v="577" actId="26606"/>
          <ac:spMkLst>
            <pc:docMk/>
            <pc:sldMk cId="3784089036" sldId="256"/>
            <ac:spMk id="75" creationId="{7DB3C429-F8DA-49B9-AF84-21996FCF78B5}"/>
          </ac:spMkLst>
        </pc:spChg>
        <pc:spChg chg="add">
          <ac:chgData name="Dorian Bucchiotty" userId="27e4bbf8dde59229" providerId="LiveId" clId="{EC3DCF68-2ABB-48E5-B81E-C44636E63E2B}" dt="2022-03-17T10:39:32.082" v="577" actId="26606"/>
          <ac:spMkLst>
            <pc:docMk/>
            <pc:sldMk cId="3784089036" sldId="256"/>
            <ac:spMk id="77" creationId="{C4C9F2B0-1044-46EB-8AEB-C3BFFDE6C2CC}"/>
          </ac:spMkLst>
        </pc:spChg>
        <pc:spChg chg="add">
          <ac:chgData name="Dorian Bucchiotty" userId="27e4bbf8dde59229" providerId="LiveId" clId="{EC3DCF68-2ABB-48E5-B81E-C44636E63E2B}" dt="2022-03-17T10:39:32.082" v="577" actId="26606"/>
          <ac:spMkLst>
            <pc:docMk/>
            <pc:sldMk cId="3784089036" sldId="256"/>
            <ac:spMk id="79" creationId="{32B3ACB3-D689-442E-8A40-8680B0FEB8A2}"/>
          </ac:spMkLst>
        </pc:spChg>
        <pc:picChg chg="add mod">
          <ac:chgData name="Dorian Bucchiotty" userId="27e4bbf8dde59229" providerId="LiveId" clId="{EC3DCF68-2ABB-48E5-B81E-C44636E63E2B}" dt="2022-03-17T13:08:20.489" v="582" actId="571"/>
          <ac:picMkLst>
            <pc:docMk/>
            <pc:sldMk cId="3784089036" sldId="256"/>
            <ac:picMk id="9" creationId="{A6BC4466-BD51-4E6A-AB1A-E8B62AC0242D}"/>
          </ac:picMkLst>
        </pc:picChg>
        <pc:picChg chg="del">
          <ac:chgData name="Dorian Bucchiotty" userId="27e4bbf8dde59229" providerId="LiveId" clId="{EC3DCF68-2ABB-48E5-B81E-C44636E63E2B}" dt="2022-03-10T09:18:26.125" v="49" actId="478"/>
          <ac:picMkLst>
            <pc:docMk/>
            <pc:sldMk cId="3784089036" sldId="256"/>
            <ac:picMk id="2052" creationId="{00000000-0000-0000-0000-000000000000}"/>
          </ac:picMkLst>
        </pc:picChg>
        <pc:picChg chg="del">
          <ac:chgData name="Dorian Bucchiotty" userId="27e4bbf8dde59229" providerId="LiveId" clId="{EC3DCF68-2ABB-48E5-B81E-C44636E63E2B}" dt="2022-03-10T09:18:22.862" v="47" actId="478"/>
          <ac:picMkLst>
            <pc:docMk/>
            <pc:sldMk cId="3784089036" sldId="256"/>
            <ac:picMk id="2054" creationId="{00000000-0000-0000-0000-000000000000}"/>
          </ac:picMkLst>
        </pc:picChg>
        <pc:picChg chg="del">
          <ac:chgData name="Dorian Bucchiotty" userId="27e4bbf8dde59229" providerId="LiveId" clId="{EC3DCF68-2ABB-48E5-B81E-C44636E63E2B}" dt="2022-03-10T09:18:24.361" v="48" actId="478"/>
          <ac:picMkLst>
            <pc:docMk/>
            <pc:sldMk cId="3784089036" sldId="256"/>
            <ac:picMk id="2056" creationId="{00000000-0000-0000-0000-000000000000}"/>
          </ac:picMkLst>
        </pc:picChg>
        <pc:picChg chg="del mod">
          <ac:chgData name="Dorian Bucchiotty" userId="27e4bbf8dde59229" providerId="LiveId" clId="{EC3DCF68-2ABB-48E5-B81E-C44636E63E2B}" dt="2022-03-10T09:18:21.018" v="46" actId="478"/>
          <ac:picMkLst>
            <pc:docMk/>
            <pc:sldMk cId="3784089036" sldId="256"/>
            <ac:picMk id="2058" creationId="{00000000-0000-0000-0000-000000000000}"/>
          </ac:picMkLst>
        </pc:picChg>
        <pc:picChg chg="mod">
          <ac:chgData name="Dorian Bucchiotty" userId="27e4bbf8dde59229" providerId="LiveId" clId="{EC3DCF68-2ABB-48E5-B81E-C44636E63E2B}" dt="2022-03-17T10:39:32.082" v="577" actId="26606"/>
          <ac:picMkLst>
            <pc:docMk/>
            <pc:sldMk cId="3784089036" sldId="256"/>
            <ac:picMk id="3074" creationId="{00000000-0000-0000-0000-000000000000}"/>
          </ac:picMkLst>
        </pc:picChg>
      </pc:sldChg>
      <pc:sldChg chg="modSp del mod">
        <pc:chgData name="Dorian Bucchiotty" userId="27e4bbf8dde59229" providerId="LiveId" clId="{EC3DCF68-2ABB-48E5-B81E-C44636E63E2B}" dt="2022-03-10T09:19:46.357" v="139" actId="2696"/>
        <pc:sldMkLst>
          <pc:docMk/>
          <pc:sldMk cId="3502899183" sldId="257"/>
        </pc:sldMkLst>
        <pc:spChg chg="mod">
          <ac:chgData name="Dorian Bucchiotty" userId="27e4bbf8dde59229" providerId="LiveId" clId="{EC3DCF68-2ABB-48E5-B81E-C44636E63E2B}" dt="2022-03-10T09:19:37.541" v="136" actId="21"/>
          <ac:spMkLst>
            <pc:docMk/>
            <pc:sldMk cId="3502899183" sldId="257"/>
            <ac:spMk id="2" creationId="{00000000-0000-0000-0000-000000000000}"/>
          </ac:spMkLst>
        </pc:spChg>
        <pc:spChg chg="mod">
          <ac:chgData name="Dorian Bucchiotty" userId="27e4bbf8dde59229" providerId="LiveId" clId="{EC3DCF68-2ABB-48E5-B81E-C44636E63E2B}" dt="2022-03-10T09:13:15.945" v="3" actId="20577"/>
          <ac:spMkLst>
            <pc:docMk/>
            <pc:sldMk cId="3502899183" sldId="257"/>
            <ac:spMk id="3" creationId="{00000000-0000-0000-0000-000000000000}"/>
          </ac:spMkLst>
        </pc:spChg>
      </pc:sldChg>
      <pc:sldChg chg="addSp delSp modSp mod setBg setClrOvrMap">
        <pc:chgData name="Dorian Bucchiotty" userId="27e4bbf8dde59229" providerId="LiveId" clId="{EC3DCF68-2ABB-48E5-B81E-C44636E63E2B}" dt="2022-03-17T13:09:43.475" v="589" actId="5793"/>
        <pc:sldMkLst>
          <pc:docMk/>
          <pc:sldMk cId="4155765002" sldId="258"/>
        </pc:sldMkLst>
        <pc:spChg chg="mod">
          <ac:chgData name="Dorian Bucchiotty" userId="27e4bbf8dde59229" providerId="LiveId" clId="{EC3DCF68-2ABB-48E5-B81E-C44636E63E2B}" dt="2022-03-17T10:39:12.953" v="574" actId="26606"/>
          <ac:spMkLst>
            <pc:docMk/>
            <pc:sldMk cId="4155765002" sldId="258"/>
            <ac:spMk id="2" creationId="{00000000-0000-0000-0000-000000000000}"/>
          </ac:spMkLst>
        </pc:spChg>
        <pc:spChg chg="mod ord">
          <ac:chgData name="Dorian Bucchiotty" userId="27e4bbf8dde59229" providerId="LiveId" clId="{EC3DCF68-2ABB-48E5-B81E-C44636E63E2B}" dt="2022-03-17T13:09:43.475" v="589" actId="5793"/>
          <ac:spMkLst>
            <pc:docMk/>
            <pc:sldMk cId="4155765002" sldId="258"/>
            <ac:spMk id="3" creationId="{00000000-0000-0000-0000-000000000000}"/>
          </ac:spMkLst>
        </pc:spChg>
        <pc:spChg chg="del mod">
          <ac:chgData name="Dorian Bucchiotty" userId="27e4bbf8dde59229" providerId="LiveId" clId="{EC3DCF68-2ABB-48E5-B81E-C44636E63E2B}" dt="2022-03-10T09:13:51.725" v="12"/>
          <ac:spMkLst>
            <pc:docMk/>
            <pc:sldMk cId="4155765002" sldId="258"/>
            <ac:spMk id="4" creationId="{00000000-0000-0000-0000-000000000000}"/>
          </ac:spMkLst>
        </pc:spChg>
        <pc:spChg chg="add">
          <ac:chgData name="Dorian Bucchiotty" userId="27e4bbf8dde59229" providerId="LiveId" clId="{EC3DCF68-2ABB-48E5-B81E-C44636E63E2B}" dt="2022-03-17T10:39:12.953" v="574" actId="26606"/>
          <ac:spMkLst>
            <pc:docMk/>
            <pc:sldMk cId="4155765002" sldId="258"/>
            <ac:spMk id="71" creationId="{A3BAF07C-C39E-42EB-BB22-8D46691D9735}"/>
          </ac:spMkLst>
        </pc:spChg>
        <pc:grpChg chg="add">
          <ac:chgData name="Dorian Bucchiotty" userId="27e4bbf8dde59229" providerId="LiveId" clId="{EC3DCF68-2ABB-48E5-B81E-C44636E63E2B}" dt="2022-03-17T10:39:12.953" v="574" actId="26606"/>
          <ac:grpSpMkLst>
            <pc:docMk/>
            <pc:sldMk cId="4155765002" sldId="258"/>
            <ac:grpSpMk id="73" creationId="{D8E9CF54-0466-4261-9E62-0249E60E1886}"/>
          </ac:grpSpMkLst>
        </pc:grpChg>
        <pc:picChg chg="add del mod">
          <ac:chgData name="Dorian Bucchiotty" userId="27e4bbf8dde59229" providerId="LiveId" clId="{EC3DCF68-2ABB-48E5-B81E-C44636E63E2B}" dt="2022-03-10T10:02:02.458" v="202" actId="21"/>
          <ac:picMkLst>
            <pc:docMk/>
            <pc:sldMk cId="4155765002" sldId="258"/>
            <ac:picMk id="3" creationId="{FEC78B91-7740-42AD-9626-F4502696225F}"/>
          </ac:picMkLst>
        </pc:picChg>
        <pc:picChg chg="mod">
          <ac:chgData name="Dorian Bucchiotty" userId="27e4bbf8dde59229" providerId="LiveId" clId="{EC3DCF68-2ABB-48E5-B81E-C44636E63E2B}" dt="2022-03-17T10:39:12.953" v="574" actId="26606"/>
          <ac:picMkLst>
            <pc:docMk/>
            <pc:sldMk cId="4155765002" sldId="258"/>
            <ac:picMk id="4" creationId="{D8485DB0-5E5C-44AA-A1D7-FA973812B06F}"/>
          </ac:picMkLst>
        </pc:picChg>
        <pc:picChg chg="del">
          <ac:chgData name="Dorian Bucchiotty" userId="27e4bbf8dde59229" providerId="LiveId" clId="{EC3DCF68-2ABB-48E5-B81E-C44636E63E2B}" dt="2022-03-10T09:13:22.881" v="5" actId="478"/>
          <ac:picMkLst>
            <pc:docMk/>
            <pc:sldMk cId="4155765002" sldId="258"/>
            <ac:picMk id="1026" creationId="{00000000-0000-0000-0000-000000000000}"/>
          </ac:picMkLst>
        </pc:picChg>
        <pc:picChg chg="del">
          <ac:chgData name="Dorian Bucchiotty" userId="27e4bbf8dde59229" providerId="LiveId" clId="{EC3DCF68-2ABB-48E5-B81E-C44636E63E2B}" dt="2022-03-10T09:13:24.458" v="6" actId="478"/>
          <ac:picMkLst>
            <pc:docMk/>
            <pc:sldMk cId="4155765002" sldId="258"/>
            <ac:picMk id="1028" creationId="{00000000-0000-0000-0000-000000000000}"/>
          </ac:picMkLst>
        </pc:picChg>
        <pc:picChg chg="mod">
          <ac:chgData name="Dorian Bucchiotty" userId="27e4bbf8dde59229" providerId="LiveId" clId="{EC3DCF68-2ABB-48E5-B81E-C44636E63E2B}" dt="2022-03-17T10:39:12.953" v="574" actId="26606"/>
          <ac:picMkLst>
            <pc:docMk/>
            <pc:sldMk cId="4155765002" sldId="258"/>
            <ac:picMk id="2050" creationId="{00000000-0000-0000-0000-000000000000}"/>
          </ac:picMkLst>
        </pc:picChg>
      </pc:sldChg>
      <pc:sldChg chg="addSp delSp modSp mod setBg setClrOvrMap">
        <pc:chgData name="Dorian Bucchiotty" userId="27e4bbf8dde59229" providerId="LiveId" clId="{EC3DCF68-2ABB-48E5-B81E-C44636E63E2B}" dt="2022-03-17T10:39:04.063" v="573" actId="26606"/>
        <pc:sldMkLst>
          <pc:docMk/>
          <pc:sldMk cId="66232403" sldId="259"/>
        </pc:sldMkLst>
        <pc:spChg chg="mod">
          <ac:chgData name="Dorian Bucchiotty" userId="27e4bbf8dde59229" providerId="LiveId" clId="{EC3DCF68-2ABB-48E5-B81E-C44636E63E2B}" dt="2022-03-17T10:39:04.063" v="573" actId="26606"/>
          <ac:spMkLst>
            <pc:docMk/>
            <pc:sldMk cId="66232403" sldId="259"/>
            <ac:spMk id="2" creationId="{00000000-0000-0000-0000-000000000000}"/>
          </ac:spMkLst>
        </pc:spChg>
        <pc:spChg chg="del mod">
          <ac:chgData name="Dorian Bucchiotty" userId="27e4bbf8dde59229" providerId="LiveId" clId="{EC3DCF68-2ABB-48E5-B81E-C44636E63E2B}" dt="2022-03-10T09:13:59.140" v="18"/>
          <ac:spMkLst>
            <pc:docMk/>
            <pc:sldMk cId="66232403" sldId="259"/>
            <ac:spMk id="3" creationId="{00000000-0000-0000-0000-000000000000}"/>
          </ac:spMkLst>
        </pc:spChg>
        <pc:spChg chg="add mod">
          <ac:chgData name="Dorian Bucchiotty" userId="27e4bbf8dde59229" providerId="LiveId" clId="{EC3DCF68-2ABB-48E5-B81E-C44636E63E2B}" dt="2022-03-17T10:39:04.063" v="573" actId="26606"/>
          <ac:spMkLst>
            <pc:docMk/>
            <pc:sldMk cId="66232403" sldId="259"/>
            <ac:spMk id="4" creationId="{970F1F34-624D-4FD4-B6CA-121E71680C44}"/>
          </ac:spMkLst>
        </pc:spChg>
        <pc:spChg chg="add">
          <ac:chgData name="Dorian Bucchiotty" userId="27e4bbf8dde59229" providerId="LiveId" clId="{EC3DCF68-2ABB-48E5-B81E-C44636E63E2B}" dt="2022-03-17T10:39:04.063" v="573" actId="26606"/>
          <ac:spMkLst>
            <pc:docMk/>
            <pc:sldMk cId="66232403" sldId="259"/>
            <ac:spMk id="71" creationId="{8F23F8A3-8FD7-4779-8323-FDC26BE99889}"/>
          </ac:spMkLst>
        </pc:spChg>
        <pc:spChg chg="add">
          <ac:chgData name="Dorian Bucchiotty" userId="27e4bbf8dde59229" providerId="LiveId" clId="{EC3DCF68-2ABB-48E5-B81E-C44636E63E2B}" dt="2022-03-17T10:39:04.063" v="573" actId="26606"/>
          <ac:spMkLst>
            <pc:docMk/>
            <pc:sldMk cId="66232403" sldId="259"/>
            <ac:spMk id="73" creationId="{F605C4CC-A25C-416F-8333-7CB7DC97D870}"/>
          </ac:spMkLst>
        </pc:spChg>
        <pc:picChg chg="add mod">
          <ac:chgData name="Dorian Bucchiotty" userId="27e4bbf8dde59229" providerId="LiveId" clId="{EC3DCF68-2ABB-48E5-B81E-C44636E63E2B}" dt="2022-03-10T10:02:03.879" v="203"/>
          <ac:picMkLst>
            <pc:docMk/>
            <pc:sldMk cId="66232403" sldId="259"/>
            <ac:picMk id="5" creationId="{D8485DB0-5E5C-44AA-A1D7-FA973812B06F}"/>
          </ac:picMkLst>
        </pc:picChg>
        <pc:picChg chg="add del mod ord">
          <ac:chgData name="Dorian Bucchiotty" userId="27e4bbf8dde59229" providerId="LiveId" clId="{EC3DCF68-2ABB-48E5-B81E-C44636E63E2B}" dt="2022-03-17T10:39:04.063" v="573" actId="26606"/>
          <ac:picMkLst>
            <pc:docMk/>
            <pc:sldMk cId="66232403" sldId="259"/>
            <ac:picMk id="1026" creationId="{00000000-0000-0000-0000-000000000000}"/>
          </ac:picMkLst>
        </pc:picChg>
        <pc:picChg chg="del">
          <ac:chgData name="Dorian Bucchiotty" userId="27e4bbf8dde59229" providerId="LiveId" clId="{EC3DCF68-2ABB-48E5-B81E-C44636E63E2B}" dt="2022-03-10T09:14:00.424" v="19" actId="478"/>
          <ac:picMkLst>
            <pc:docMk/>
            <pc:sldMk cId="66232403" sldId="259"/>
            <ac:picMk id="3074" creationId="{00000000-0000-0000-0000-000000000000}"/>
          </ac:picMkLst>
        </pc:picChg>
      </pc:sldChg>
      <pc:sldChg chg="new del">
        <pc:chgData name="Dorian Bucchiotty" userId="27e4bbf8dde59229" providerId="LiveId" clId="{EC3DCF68-2ABB-48E5-B81E-C44636E63E2B}" dt="2022-03-10T10:03:12.381" v="205" actId="2696"/>
        <pc:sldMkLst>
          <pc:docMk/>
          <pc:sldMk cId="1659828011" sldId="260"/>
        </pc:sldMkLst>
      </pc:sldChg>
      <pc:sldChg chg="addSp delSp modSp add mod setBg addAnim setClrOvrMap">
        <pc:chgData name="Dorian Bucchiotty" userId="27e4bbf8dde59229" providerId="LiveId" clId="{EC3DCF68-2ABB-48E5-B81E-C44636E63E2B}" dt="2022-03-17T10:39:39.359" v="580"/>
        <pc:sldMkLst>
          <pc:docMk/>
          <pc:sldMk cId="1927717048" sldId="260"/>
        </pc:sldMkLst>
        <pc:spChg chg="mod">
          <ac:chgData name="Dorian Bucchiotty" userId="27e4bbf8dde59229" providerId="LiveId" clId="{EC3DCF68-2ABB-48E5-B81E-C44636E63E2B}" dt="2022-03-17T10:39:39.343" v="579" actId="26606"/>
          <ac:spMkLst>
            <pc:docMk/>
            <pc:sldMk cId="1927717048" sldId="260"/>
            <ac:spMk id="2" creationId="{00000000-0000-0000-0000-000000000000}"/>
          </ac:spMkLst>
        </pc:spChg>
        <pc:spChg chg="del mod">
          <ac:chgData name="Dorian Bucchiotty" userId="27e4bbf8dde59229" providerId="LiveId" clId="{EC3DCF68-2ABB-48E5-B81E-C44636E63E2B}" dt="2022-03-17T08:28:09.978" v="228" actId="478"/>
          <ac:spMkLst>
            <pc:docMk/>
            <pc:sldMk cId="1927717048" sldId="260"/>
            <ac:spMk id="4" creationId="{970F1F34-624D-4FD4-B6CA-121E71680C44}"/>
          </ac:spMkLst>
        </pc:spChg>
        <pc:spChg chg="add">
          <ac:chgData name="Dorian Bucchiotty" userId="27e4bbf8dde59229" providerId="LiveId" clId="{EC3DCF68-2ABB-48E5-B81E-C44636E63E2B}" dt="2022-03-17T10:39:39.343" v="579" actId="26606"/>
          <ac:spMkLst>
            <pc:docMk/>
            <pc:sldMk cId="1927717048" sldId="260"/>
            <ac:spMk id="7" creationId="{DA3C47C2-33A2-44B2-BEAB-FEB679075C24}"/>
          </ac:spMkLst>
        </pc:spChg>
        <pc:spChg chg="add">
          <ac:chgData name="Dorian Bucchiotty" userId="27e4bbf8dde59229" providerId="LiveId" clId="{EC3DCF68-2ABB-48E5-B81E-C44636E63E2B}" dt="2022-03-17T10:39:39.343" v="579" actId="26606"/>
          <ac:spMkLst>
            <pc:docMk/>
            <pc:sldMk cId="1927717048" sldId="260"/>
            <ac:spMk id="9" creationId="{AD182BA8-54AD-4D9F-8264-B0FA8BB47D7C}"/>
          </ac:spMkLst>
        </pc:spChg>
        <pc:spChg chg="add">
          <ac:chgData name="Dorian Bucchiotty" userId="27e4bbf8dde59229" providerId="LiveId" clId="{EC3DCF68-2ABB-48E5-B81E-C44636E63E2B}" dt="2022-03-17T10:39:39.343" v="579" actId="26606"/>
          <ac:spMkLst>
            <pc:docMk/>
            <pc:sldMk cId="1927717048" sldId="260"/>
            <ac:spMk id="11" creationId="{4ED83379-0499-45E1-AB78-6AA230F96442}"/>
          </ac:spMkLst>
        </pc:spChg>
        <pc:picChg chg="del">
          <ac:chgData name="Dorian Bucchiotty" userId="27e4bbf8dde59229" providerId="LiveId" clId="{EC3DCF68-2ABB-48E5-B81E-C44636E63E2B}" dt="2022-03-17T08:28:04.723" v="226" actId="478"/>
          <ac:picMkLst>
            <pc:docMk/>
            <pc:sldMk cId="1927717048" sldId="260"/>
            <ac:picMk id="1026" creationId="{00000000-0000-0000-0000-000000000000}"/>
          </ac:picMkLst>
        </pc:picChg>
      </pc:sldChg>
      <pc:sldChg chg="addSp delSp modSp add mod setBg addAnim setClrOvrMap">
        <pc:chgData name="Dorian Bucchiotty" userId="27e4bbf8dde59229" providerId="LiveId" clId="{EC3DCF68-2ABB-48E5-B81E-C44636E63E2B}" dt="2022-03-17T10:39:18.798" v="576"/>
        <pc:sldMkLst>
          <pc:docMk/>
          <pc:sldMk cId="2866963151" sldId="261"/>
        </pc:sldMkLst>
        <pc:spChg chg="del">
          <ac:chgData name="Dorian Bucchiotty" userId="27e4bbf8dde59229" providerId="LiveId" clId="{EC3DCF68-2ABB-48E5-B81E-C44636E63E2B}" dt="2022-03-17T10:24:58.944" v="359" actId="478"/>
          <ac:spMkLst>
            <pc:docMk/>
            <pc:sldMk cId="2866963151" sldId="261"/>
            <ac:spMk id="2" creationId="{00000000-0000-0000-0000-000000000000}"/>
          </ac:spMkLst>
        </pc:spChg>
        <pc:spChg chg="mod ord">
          <ac:chgData name="Dorian Bucchiotty" userId="27e4bbf8dde59229" providerId="LiveId" clId="{EC3DCF68-2ABB-48E5-B81E-C44636E63E2B}" dt="2022-03-17T10:39:18.798" v="575" actId="26606"/>
          <ac:spMkLst>
            <pc:docMk/>
            <pc:sldMk cId="2866963151" sldId="261"/>
            <ac:spMk id="3" creationId="{00000000-0000-0000-0000-000000000000}"/>
          </ac:spMkLst>
        </pc:spChg>
        <pc:spChg chg="mod">
          <ac:chgData name="Dorian Bucchiotty" userId="27e4bbf8dde59229" providerId="LiveId" clId="{EC3DCF68-2ABB-48E5-B81E-C44636E63E2B}" dt="2022-03-17T10:39:18.798" v="575" actId="26606"/>
          <ac:spMkLst>
            <pc:docMk/>
            <pc:sldMk cId="2866963151" sldId="261"/>
            <ac:spMk id="5" creationId="{00000000-0000-0000-0000-000000000000}"/>
          </ac:spMkLst>
        </pc:spChg>
        <pc:spChg chg="add del mod">
          <ac:chgData name="Dorian Bucchiotty" userId="27e4bbf8dde59229" providerId="LiveId" clId="{EC3DCF68-2ABB-48E5-B81E-C44636E63E2B}" dt="2022-03-17T10:25:01.464" v="360" actId="478"/>
          <ac:spMkLst>
            <pc:docMk/>
            <pc:sldMk cId="2866963151" sldId="261"/>
            <ac:spMk id="6" creationId="{685CD5CC-2133-4BB3-BE96-05A1003BAC0A}"/>
          </ac:spMkLst>
        </pc:spChg>
        <pc:spChg chg="add">
          <ac:chgData name="Dorian Bucchiotty" userId="27e4bbf8dde59229" providerId="LiveId" clId="{EC3DCF68-2ABB-48E5-B81E-C44636E63E2B}" dt="2022-03-17T10:39:18.798" v="575" actId="26606"/>
          <ac:spMkLst>
            <pc:docMk/>
            <pc:sldMk cId="2866963151" sldId="261"/>
            <ac:spMk id="10" creationId="{DA3C47C2-33A2-44B2-BEAB-FEB679075C24}"/>
          </ac:spMkLst>
        </pc:spChg>
        <pc:spChg chg="add">
          <ac:chgData name="Dorian Bucchiotty" userId="27e4bbf8dde59229" providerId="LiveId" clId="{EC3DCF68-2ABB-48E5-B81E-C44636E63E2B}" dt="2022-03-17T10:39:18.798" v="575" actId="26606"/>
          <ac:spMkLst>
            <pc:docMk/>
            <pc:sldMk cId="2866963151" sldId="261"/>
            <ac:spMk id="12" creationId="{AD182BA8-54AD-4D9F-8264-B0FA8BB47D7C}"/>
          </ac:spMkLst>
        </pc:spChg>
        <pc:spChg chg="add">
          <ac:chgData name="Dorian Bucchiotty" userId="27e4bbf8dde59229" providerId="LiveId" clId="{EC3DCF68-2ABB-48E5-B81E-C44636E63E2B}" dt="2022-03-17T10:39:18.798" v="575" actId="26606"/>
          <ac:spMkLst>
            <pc:docMk/>
            <pc:sldMk cId="2866963151" sldId="261"/>
            <ac:spMk id="14" creationId="{4ED83379-0499-45E1-AB78-6AA230F96442}"/>
          </ac:spMkLst>
        </pc:spChg>
        <pc:picChg chg="del">
          <ac:chgData name="Dorian Bucchiotty" userId="27e4bbf8dde59229" providerId="LiveId" clId="{EC3DCF68-2ABB-48E5-B81E-C44636E63E2B}" dt="2022-03-17T10:24:56.512" v="358" actId="478"/>
          <ac:picMkLst>
            <pc:docMk/>
            <pc:sldMk cId="2866963151" sldId="261"/>
            <ac:picMk id="3074" creationId="{00000000-0000-0000-0000-000000000000}"/>
          </ac:picMkLst>
        </pc:picChg>
      </pc:sldChg>
      <pc:sldChg chg="addSp delSp modSp add mod setBg setClrOvrMap">
        <pc:chgData name="Dorian Bucchiotty" userId="27e4bbf8dde59229" providerId="LiveId" clId="{EC3DCF68-2ABB-48E5-B81E-C44636E63E2B}" dt="2022-03-17T13:25:44.040" v="621" actId="20577"/>
        <pc:sldMkLst>
          <pc:docMk/>
          <pc:sldMk cId="3427014498" sldId="262"/>
        </pc:sldMkLst>
        <pc:spChg chg="mod">
          <ac:chgData name="Dorian Bucchiotty" userId="27e4bbf8dde59229" providerId="LiveId" clId="{EC3DCF68-2ABB-48E5-B81E-C44636E63E2B}" dt="2022-03-17T13:25:44.040" v="621" actId="20577"/>
          <ac:spMkLst>
            <pc:docMk/>
            <pc:sldMk cId="3427014498" sldId="262"/>
            <ac:spMk id="2" creationId="{00000000-0000-0000-0000-000000000000}"/>
          </ac:spMkLst>
        </pc:spChg>
        <pc:spChg chg="mod">
          <ac:chgData name="Dorian Bucchiotty" userId="27e4bbf8dde59229" providerId="LiveId" clId="{EC3DCF68-2ABB-48E5-B81E-C44636E63E2B}" dt="2022-03-17T10:38:52.318" v="572" actId="26606"/>
          <ac:spMkLst>
            <pc:docMk/>
            <pc:sldMk cId="3427014498" sldId="262"/>
            <ac:spMk id="4" creationId="{970F1F34-624D-4FD4-B6CA-121E71680C44}"/>
          </ac:spMkLst>
        </pc:spChg>
        <pc:spChg chg="add">
          <ac:chgData name="Dorian Bucchiotty" userId="27e4bbf8dde59229" providerId="LiveId" clId="{EC3DCF68-2ABB-48E5-B81E-C44636E63E2B}" dt="2022-03-17T10:38:52.318" v="572" actId="26606"/>
          <ac:spMkLst>
            <pc:docMk/>
            <pc:sldMk cId="3427014498" sldId="262"/>
            <ac:spMk id="11" creationId="{8F23F8A3-8FD7-4779-8323-FDC26BE99889}"/>
          </ac:spMkLst>
        </pc:spChg>
        <pc:spChg chg="add">
          <ac:chgData name="Dorian Bucchiotty" userId="27e4bbf8dde59229" providerId="LiveId" clId="{EC3DCF68-2ABB-48E5-B81E-C44636E63E2B}" dt="2022-03-17T10:38:52.318" v="572" actId="26606"/>
          <ac:spMkLst>
            <pc:docMk/>
            <pc:sldMk cId="3427014498" sldId="262"/>
            <ac:spMk id="13" creationId="{F605C4CC-A25C-416F-8333-7CB7DC97D870}"/>
          </ac:spMkLst>
        </pc:spChg>
        <pc:picChg chg="add del mod">
          <ac:chgData name="Dorian Bucchiotty" userId="27e4bbf8dde59229" providerId="LiveId" clId="{EC3DCF68-2ABB-48E5-B81E-C44636E63E2B}" dt="2022-03-17T10:38:21.080" v="568" actId="21"/>
          <ac:picMkLst>
            <pc:docMk/>
            <pc:sldMk cId="3427014498" sldId="262"/>
            <ac:picMk id="3" creationId="{9F2E4B44-C7AE-4F14-99CF-4771A9A22119}"/>
          </ac:picMkLst>
        </pc:picChg>
        <pc:picChg chg="add mod ord">
          <ac:chgData name="Dorian Bucchiotty" userId="27e4bbf8dde59229" providerId="LiveId" clId="{EC3DCF68-2ABB-48E5-B81E-C44636E63E2B}" dt="2022-03-17T10:38:52.318" v="572" actId="26606"/>
          <ac:picMkLst>
            <pc:docMk/>
            <pc:sldMk cId="3427014498" sldId="262"/>
            <ac:picMk id="6" creationId="{38C4DBA9-0149-4B95-845F-FA4CF81543F1}"/>
          </ac:picMkLst>
        </pc:picChg>
        <pc:picChg chg="del">
          <ac:chgData name="Dorian Bucchiotty" userId="27e4bbf8dde59229" providerId="LiveId" clId="{EC3DCF68-2ABB-48E5-B81E-C44636E63E2B}" dt="2022-03-17T10:26:56.574" v="371" actId="478"/>
          <ac:picMkLst>
            <pc:docMk/>
            <pc:sldMk cId="3427014498" sldId="262"/>
            <ac:picMk id="1026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17.03.2022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17.03.2022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17.03.2022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17.03.2022</a:t>
            </a:fld>
            <a:endParaRPr lang="de-D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17.03.2022</a:t>
            </a:fld>
            <a:endParaRPr lang="de-D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17.03.2022</a:t>
            </a:fld>
            <a:endParaRPr lang="de-D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17.03.2022</a:t>
            </a:fld>
            <a:endParaRPr lang="de-D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17.03.2022</a:t>
            </a:fld>
            <a:endParaRPr lang="de-D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17.03.2022</a:t>
            </a:fld>
            <a:endParaRPr lang="de-D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17.03.2022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17.03.2022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941B0-F4D5-4460-BCAD-F7E2B41A8257}" type="datetimeFigureOut">
              <a:rPr lang="de-DE" smtClean="0"/>
              <a:t>17.03.2022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559294"/>
            <a:ext cx="12191999" cy="6298279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428"/>
            <a:ext cx="6096001" cy="6858000"/>
          </a:xfrm>
          <a:prstGeom prst="rect">
            <a:avLst/>
          </a:prstGeom>
          <a:gradFill>
            <a:gsLst>
              <a:gs pos="13000">
                <a:srgbClr val="000000">
                  <a:alpha val="72000"/>
                </a:srgbClr>
              </a:gs>
              <a:gs pos="99000">
                <a:schemeClr val="accent1">
                  <a:lumMod val="50000"/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5136" y="1028700"/>
            <a:ext cx="9947305" cy="1090657"/>
          </a:xfrm>
        </p:spPr>
        <p:txBody>
          <a:bodyPr>
            <a:normAutofit/>
          </a:bodyPr>
          <a:lstStyle/>
          <a:p>
            <a:r>
              <a:rPr lang="en-US" sz="4400" b="1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Emergency management/search and rescue</a:t>
            </a:r>
            <a:endParaRPr lang="de-DE" sz="4400" b="1">
              <a:solidFill>
                <a:srgbClr val="FFFFFF"/>
              </a:solidFill>
            </a:endParaRP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32B3ACB3-D689-442E-8A40-8680B0FEB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063256" y="400727"/>
            <a:ext cx="4065484" cy="8849062"/>
          </a:xfrm>
          <a:custGeom>
            <a:avLst/>
            <a:gdLst>
              <a:gd name="connsiteX0" fmla="*/ 0 w 4065484"/>
              <a:gd name="connsiteY0" fmla="*/ 4424531 h 8849062"/>
              <a:gd name="connsiteX1" fmla="*/ 3899197 w 4065484"/>
              <a:gd name="connsiteY1" fmla="*/ 8840480 h 8849062"/>
              <a:gd name="connsiteX2" fmla="*/ 4065484 w 4065484"/>
              <a:gd name="connsiteY2" fmla="*/ 8849062 h 8849062"/>
              <a:gd name="connsiteX3" fmla="*/ 4065483 w 4065484"/>
              <a:gd name="connsiteY3" fmla="*/ 0 h 8849062"/>
              <a:gd name="connsiteX4" fmla="*/ 3899197 w 4065484"/>
              <a:gd name="connsiteY4" fmla="*/ 8581 h 8849062"/>
              <a:gd name="connsiteX5" fmla="*/ 0 w 4065484"/>
              <a:gd name="connsiteY5" fmla="*/ 4424531 h 884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5484" h="8849062">
                <a:moveTo>
                  <a:pt x="0" y="4424531"/>
                </a:moveTo>
                <a:cubicBezTo>
                  <a:pt x="0" y="6722831"/>
                  <a:pt x="1709076" y="8613167"/>
                  <a:pt x="3899197" y="8840480"/>
                </a:cubicBezTo>
                <a:lnTo>
                  <a:pt x="4065484" y="8849062"/>
                </a:lnTo>
                <a:lnTo>
                  <a:pt x="4065483" y="0"/>
                </a:lnTo>
                <a:lnTo>
                  <a:pt x="3899197" y="8581"/>
                </a:lnTo>
                <a:cubicBezTo>
                  <a:pt x="1709075" y="235897"/>
                  <a:pt x="0" y="2126232"/>
                  <a:pt x="0" y="44245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"/>
                </a:schemeClr>
              </a:gs>
              <a:gs pos="68000">
                <a:schemeClr val="accent1">
                  <a:alpha val="15000"/>
                </a:schemeClr>
              </a:gs>
            </a:gsLst>
            <a:lin ang="21594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4" name="Picture 2" descr="Résultat d’images pour Matériel de réalité augmentée dans les urgenc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208"/>
          <a:stretch/>
        </p:blipFill>
        <p:spPr bwMode="auto">
          <a:xfrm>
            <a:off x="2343302" y="3351745"/>
            <a:ext cx="7519558" cy="3506255"/>
          </a:xfrm>
          <a:custGeom>
            <a:avLst/>
            <a:gdLst/>
            <a:ahLst/>
            <a:cxnLst/>
            <a:rect l="l" t="t" r="r" b="b"/>
            <a:pathLst>
              <a:path w="7519558" h="3506255">
                <a:moveTo>
                  <a:pt x="3759779" y="0"/>
                </a:moveTo>
                <a:cubicBezTo>
                  <a:pt x="5713450" y="0"/>
                  <a:pt x="7320331" y="1484777"/>
                  <a:pt x="7513560" y="3387468"/>
                </a:cubicBezTo>
                <a:lnTo>
                  <a:pt x="7519558" y="3506255"/>
                </a:lnTo>
                <a:lnTo>
                  <a:pt x="0" y="3506255"/>
                </a:lnTo>
                <a:lnTo>
                  <a:pt x="5998" y="3387468"/>
                </a:lnTo>
                <a:cubicBezTo>
                  <a:pt x="199227" y="1484777"/>
                  <a:pt x="1806109" y="0"/>
                  <a:pt x="375977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A3C47C2-33A2-44B2-BEAB-FEB679075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3324"/>
            <a:ext cx="12192000" cy="6861324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AD182BA8-54AD-4D9F-8264-B0FA8BB47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4ED83379-0499-45E1-AB78-6AA230F96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4672" y="962246"/>
            <a:ext cx="6437700" cy="26119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Contents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04672" y="3719618"/>
            <a:ext cx="4167376" cy="11555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augmented reality ?</a:t>
            </a:r>
          </a:p>
          <a:p>
            <a:pPr algn="l"/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usualy augmented reality ?</a:t>
            </a:r>
          </a:p>
          <a:p>
            <a:pPr algn="l"/>
            <a:endParaRPr lang="en-US" sz="2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963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A3BAF07C-C39E-42EB-BB22-8D46691D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3061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8E9CF54-0466-4261-9E62-0249E60E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4" name="Freeform 5">
              <a:extLst>
                <a:ext uri="{FF2B5EF4-FFF2-40B4-BE49-F238E27FC236}">
                  <a16:creationId xmlns:a16="http://schemas.microsoft.com/office/drawing/2014/main" id="{33E32106-E8B1-4F76-9EE6-58537738A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6">
              <a:extLst>
                <a:ext uri="{FF2B5EF4-FFF2-40B4-BE49-F238E27FC236}">
                  <a16:creationId xmlns:a16="http://schemas.microsoft.com/office/drawing/2014/main" id="{C32C2C46-A045-44FB-8A74-5EBD650C2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7">
              <a:extLst>
                <a:ext uri="{FF2B5EF4-FFF2-40B4-BE49-F238E27FC236}">
                  <a16:creationId xmlns:a16="http://schemas.microsoft.com/office/drawing/2014/main" id="{6A76F79C-6683-4940-BCF7-4BCCCEE40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8">
              <a:extLst>
                <a:ext uri="{FF2B5EF4-FFF2-40B4-BE49-F238E27FC236}">
                  <a16:creationId xmlns:a16="http://schemas.microsoft.com/office/drawing/2014/main" id="{FF4675A3-6D07-4B1F-9BFC-AEBEA1AD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9">
              <a:extLst>
                <a:ext uri="{FF2B5EF4-FFF2-40B4-BE49-F238E27FC236}">
                  <a16:creationId xmlns:a16="http://schemas.microsoft.com/office/drawing/2014/main" id="{765E127A-B6B7-4B1D-B7BD-6C8C969D2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3BCA9D9E-C72C-4751-BFA9-10B85CACE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080C708C-69BF-441B-AB75-C98160ED0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2">
              <a:extLst>
                <a:ext uri="{FF2B5EF4-FFF2-40B4-BE49-F238E27FC236}">
                  <a16:creationId xmlns:a16="http://schemas.microsoft.com/office/drawing/2014/main" id="{3E79964E-F8F1-4763-8892-7BC3DAE3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3">
              <a:extLst>
                <a:ext uri="{FF2B5EF4-FFF2-40B4-BE49-F238E27FC236}">
                  <a16:creationId xmlns:a16="http://schemas.microsoft.com/office/drawing/2014/main" id="{FE09592A-FCC9-4AE5-BA0B-730C6F3BB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4">
              <a:extLst>
                <a:ext uri="{FF2B5EF4-FFF2-40B4-BE49-F238E27FC236}">
                  <a16:creationId xmlns:a16="http://schemas.microsoft.com/office/drawing/2014/main" id="{96448994-820C-4BC1-ABF3-4579C6F99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5">
              <a:extLst>
                <a:ext uri="{FF2B5EF4-FFF2-40B4-BE49-F238E27FC236}">
                  <a16:creationId xmlns:a16="http://schemas.microsoft.com/office/drawing/2014/main" id="{9BB0D192-565A-42B9-B292-CC032D71A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6">
              <a:extLst>
                <a:ext uri="{FF2B5EF4-FFF2-40B4-BE49-F238E27FC236}">
                  <a16:creationId xmlns:a16="http://schemas.microsoft.com/office/drawing/2014/main" id="{6D1CA09C-5F40-4E92-A7E9-D1FCEE51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7">
              <a:extLst>
                <a:ext uri="{FF2B5EF4-FFF2-40B4-BE49-F238E27FC236}">
                  <a16:creationId xmlns:a16="http://schemas.microsoft.com/office/drawing/2014/main" id="{379F5AA5-2E14-4880-A5A6-07AEF2AD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8">
              <a:extLst>
                <a:ext uri="{FF2B5EF4-FFF2-40B4-BE49-F238E27FC236}">
                  <a16:creationId xmlns:a16="http://schemas.microsoft.com/office/drawing/2014/main" id="{EF14BD32-D239-4DA3-98B3-775207365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9">
              <a:extLst>
                <a:ext uri="{FF2B5EF4-FFF2-40B4-BE49-F238E27FC236}">
                  <a16:creationId xmlns:a16="http://schemas.microsoft.com/office/drawing/2014/main" id="{CF07B250-E5E4-4624-9BD7-8D513A67B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20">
              <a:extLst>
                <a:ext uri="{FF2B5EF4-FFF2-40B4-BE49-F238E27FC236}">
                  <a16:creationId xmlns:a16="http://schemas.microsoft.com/office/drawing/2014/main" id="{BCC5D120-7C8C-4290-865C-4EE6E4F2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1">
              <a:extLst>
                <a:ext uri="{FF2B5EF4-FFF2-40B4-BE49-F238E27FC236}">
                  <a16:creationId xmlns:a16="http://schemas.microsoft.com/office/drawing/2014/main" id="{C24688C6-CAE5-4EF2-B2BA-A138DA0A2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2">
              <a:extLst>
                <a:ext uri="{FF2B5EF4-FFF2-40B4-BE49-F238E27FC236}">
                  <a16:creationId xmlns:a16="http://schemas.microsoft.com/office/drawing/2014/main" id="{6BD31099-7C13-4901-A04F-632B1CD84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3">
              <a:extLst>
                <a:ext uri="{FF2B5EF4-FFF2-40B4-BE49-F238E27FC236}">
                  <a16:creationId xmlns:a16="http://schemas.microsoft.com/office/drawing/2014/main" id="{679F5FF7-82B2-4033-8FBE-63170C937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88630" y="4563895"/>
            <a:ext cx="5109005" cy="1777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kern="1200">
                <a:latin typeface="+mj-lt"/>
                <a:ea typeface="+mj-ea"/>
                <a:cs typeface="+mj-cs"/>
              </a:rPr>
              <a:t>What is Augmented Reality ?</a:t>
            </a:r>
          </a:p>
        </p:txBody>
      </p:sp>
      <p:pic>
        <p:nvPicPr>
          <p:cNvPr id="4" name="Picture 2" descr="Les internes en médecine peuvent s'entraîner en condition réelle au geste technique de la ponction lombaire">
            <a:extLst>
              <a:ext uri="{FF2B5EF4-FFF2-40B4-BE49-F238E27FC236}">
                <a16:creationId xmlns:a16="http://schemas.microsoft.com/office/drawing/2014/main" id="{D8485DB0-5E5C-44AA-A1D7-FA973812B0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" r="17850" b="-2"/>
          <a:stretch/>
        </p:blipFill>
        <p:spPr bwMode="auto">
          <a:xfrm>
            <a:off x="20" y="10"/>
            <a:ext cx="5997616" cy="4306823"/>
          </a:xfrm>
          <a:custGeom>
            <a:avLst/>
            <a:gdLst/>
            <a:ahLst/>
            <a:cxnLst/>
            <a:rect l="l" t="t" r="r" b="b"/>
            <a:pathLst>
              <a:path w="5997636" h="4306833">
                <a:moveTo>
                  <a:pt x="0" y="0"/>
                </a:moveTo>
                <a:lnTo>
                  <a:pt x="5997636" y="0"/>
                </a:lnTo>
                <a:lnTo>
                  <a:pt x="5997636" y="4302053"/>
                </a:lnTo>
                <a:lnTo>
                  <a:pt x="5313331" y="4306748"/>
                </a:lnTo>
                <a:cubicBezTo>
                  <a:pt x="3800480" y="4309129"/>
                  <a:pt x="2093145" y="4262282"/>
                  <a:pt x="400746" y="4118385"/>
                </a:cubicBezTo>
                <a:lnTo>
                  <a:pt x="0" y="4081409"/>
                </a:lnTo>
                <a:lnTo>
                  <a:pt x="0" y="2982070"/>
                </a:lnTo>
                <a:lnTo>
                  <a:pt x="0" y="278994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ésultat d’images pour Matériel de réalité augmenté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15" r="-1" b="3939"/>
          <a:stretch/>
        </p:blipFill>
        <p:spPr bwMode="auto">
          <a:xfrm>
            <a:off x="6176435" y="10"/>
            <a:ext cx="6015565" cy="4299555"/>
          </a:xfrm>
          <a:custGeom>
            <a:avLst/>
            <a:gdLst/>
            <a:ahLst/>
            <a:cxnLst/>
            <a:rect l="l" t="t" r="r" b="b"/>
            <a:pathLst>
              <a:path w="6015565" h="4299565">
                <a:moveTo>
                  <a:pt x="0" y="0"/>
                </a:moveTo>
                <a:lnTo>
                  <a:pt x="6015565" y="0"/>
                </a:lnTo>
                <a:lnTo>
                  <a:pt x="6015565" y="2789945"/>
                </a:lnTo>
                <a:lnTo>
                  <a:pt x="6015565" y="2982070"/>
                </a:lnTo>
                <a:lnTo>
                  <a:pt x="6015565" y="3957888"/>
                </a:lnTo>
                <a:lnTo>
                  <a:pt x="5937368" y="3966171"/>
                </a:lnTo>
                <a:cubicBezTo>
                  <a:pt x="3963073" y="4164120"/>
                  <a:pt x="2060717" y="4257123"/>
                  <a:pt x="577162" y="4289728"/>
                </a:cubicBezTo>
                <a:lnTo>
                  <a:pt x="0" y="429956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/>
          <p:cNvSpPr txBox="1"/>
          <p:nvPr/>
        </p:nvSpPr>
        <p:spPr>
          <a:xfrm>
            <a:off x="6191776" y="4571423"/>
            <a:ext cx="5208544" cy="1770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Technological equipment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Virtual world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765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techniques-ingenieur.fr/actualite/wp-content/uploads/2020/02/r%C3%A9alit%C3%A9-virtuelle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9" r="22044"/>
          <a:stretch/>
        </p:blipFill>
        <p:spPr bwMode="auto">
          <a:xfrm>
            <a:off x="4117521" y="10"/>
            <a:ext cx="80744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8F23F8A3-8FD7-4779-8323-FDC26BE99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7859800" cy="6858478"/>
          </a:xfrm>
          <a:custGeom>
            <a:avLst/>
            <a:gdLst>
              <a:gd name="connsiteX0" fmla="*/ 7859800 w 7859800"/>
              <a:gd name="connsiteY0" fmla="*/ 6858478 h 6858478"/>
              <a:gd name="connsiteX1" fmla="*/ 435245 w 7859800"/>
              <a:gd name="connsiteY1" fmla="*/ 6858478 h 6858478"/>
              <a:gd name="connsiteX2" fmla="*/ 435505 w 7859800"/>
              <a:gd name="connsiteY2" fmla="*/ 6857916 h 6858478"/>
              <a:gd name="connsiteX3" fmla="*/ 0 w 7859800"/>
              <a:gd name="connsiteY3" fmla="*/ 6857916 h 6858478"/>
              <a:gd name="connsiteX4" fmla="*/ 0 w 7859800"/>
              <a:gd name="connsiteY4" fmla="*/ 0 h 6858478"/>
              <a:gd name="connsiteX5" fmla="*/ 3611620 w 7859800"/>
              <a:gd name="connsiteY5" fmla="*/ 0 h 6858478"/>
              <a:gd name="connsiteX6" fmla="*/ 4677848 w 7859800"/>
              <a:gd name="connsiteY6" fmla="*/ 0 h 6858478"/>
              <a:gd name="connsiteX7" fmla="*/ 4683425 w 7859800"/>
              <a:gd name="connsiteY7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59800" h="6858478">
                <a:moveTo>
                  <a:pt x="7859800" y="6858478"/>
                </a:moveTo>
                <a:lnTo>
                  <a:pt x="435245" y="6858478"/>
                </a:lnTo>
                <a:lnTo>
                  <a:pt x="435505" y="6857916"/>
                </a:lnTo>
                <a:lnTo>
                  <a:pt x="0" y="6857916"/>
                </a:lnTo>
                <a:lnTo>
                  <a:pt x="0" y="0"/>
                </a:lnTo>
                <a:lnTo>
                  <a:pt x="3611620" y="0"/>
                </a:lnTo>
                <a:lnTo>
                  <a:pt x="4677848" y="0"/>
                </a:lnTo>
                <a:lnTo>
                  <a:pt x="4683425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F605C4CC-A25C-416F-8333-7CB7DC97D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7431174" cy="6858478"/>
          </a:xfrm>
          <a:custGeom>
            <a:avLst/>
            <a:gdLst>
              <a:gd name="connsiteX0" fmla="*/ 7431174 w 7431174"/>
              <a:gd name="connsiteY0" fmla="*/ 6858478 h 6858478"/>
              <a:gd name="connsiteX1" fmla="*/ 6619 w 7431174"/>
              <a:gd name="connsiteY1" fmla="*/ 6858478 h 6858478"/>
              <a:gd name="connsiteX2" fmla="*/ 6879 w 7431174"/>
              <a:gd name="connsiteY2" fmla="*/ 6857916 h 6858478"/>
              <a:gd name="connsiteX3" fmla="*/ 0 w 7431174"/>
              <a:gd name="connsiteY3" fmla="*/ 6857916 h 6858478"/>
              <a:gd name="connsiteX4" fmla="*/ 0 w 7431174"/>
              <a:gd name="connsiteY4" fmla="*/ 0 h 6858478"/>
              <a:gd name="connsiteX5" fmla="*/ 3182994 w 7431174"/>
              <a:gd name="connsiteY5" fmla="*/ 0 h 6858478"/>
              <a:gd name="connsiteX6" fmla="*/ 4249222 w 7431174"/>
              <a:gd name="connsiteY6" fmla="*/ 0 h 6858478"/>
              <a:gd name="connsiteX7" fmla="*/ 4254799 w 7431174"/>
              <a:gd name="connsiteY7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31174" h="6858478">
                <a:moveTo>
                  <a:pt x="7431174" y="6858478"/>
                </a:moveTo>
                <a:lnTo>
                  <a:pt x="6619" y="6858478"/>
                </a:lnTo>
                <a:lnTo>
                  <a:pt x="6879" y="6857916"/>
                </a:lnTo>
                <a:lnTo>
                  <a:pt x="0" y="6857916"/>
                </a:lnTo>
                <a:lnTo>
                  <a:pt x="0" y="0"/>
                </a:lnTo>
                <a:lnTo>
                  <a:pt x="3182994" y="0"/>
                </a:lnTo>
                <a:lnTo>
                  <a:pt x="4249222" y="0"/>
                </a:lnTo>
                <a:lnTo>
                  <a:pt x="4254799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04672" y="365125"/>
            <a:ext cx="5266155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/>
              <a:t>How he uses augmented reality in emergency 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70F1F34-624D-4FD4-B6CA-121E71680C44}"/>
              </a:ext>
            </a:extLst>
          </p:cNvPr>
          <p:cNvSpPr txBox="1"/>
          <p:nvPr/>
        </p:nvSpPr>
        <p:spPr>
          <a:xfrm>
            <a:off x="804672" y="2022601"/>
            <a:ext cx="3941499" cy="4154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Training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Therapy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Re-education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662324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Augmented Reality In Emergency Management: Enhancing Situational Awareness  For Rescue Missions | ARPost">
            <a:extLst>
              <a:ext uri="{FF2B5EF4-FFF2-40B4-BE49-F238E27FC236}">
                <a16:creationId xmlns:a16="http://schemas.microsoft.com/office/drawing/2014/main" id="{38C4DBA9-0149-4B95-845F-FA4CF81543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87" b="3"/>
          <a:stretch/>
        </p:blipFill>
        <p:spPr bwMode="auto">
          <a:xfrm>
            <a:off x="4117521" y="10"/>
            <a:ext cx="80744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F23F8A3-8FD7-4779-8323-FDC26BE99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7859800" cy="6858478"/>
          </a:xfrm>
          <a:custGeom>
            <a:avLst/>
            <a:gdLst>
              <a:gd name="connsiteX0" fmla="*/ 7859800 w 7859800"/>
              <a:gd name="connsiteY0" fmla="*/ 6858478 h 6858478"/>
              <a:gd name="connsiteX1" fmla="*/ 435245 w 7859800"/>
              <a:gd name="connsiteY1" fmla="*/ 6858478 h 6858478"/>
              <a:gd name="connsiteX2" fmla="*/ 435505 w 7859800"/>
              <a:gd name="connsiteY2" fmla="*/ 6857916 h 6858478"/>
              <a:gd name="connsiteX3" fmla="*/ 0 w 7859800"/>
              <a:gd name="connsiteY3" fmla="*/ 6857916 h 6858478"/>
              <a:gd name="connsiteX4" fmla="*/ 0 w 7859800"/>
              <a:gd name="connsiteY4" fmla="*/ 0 h 6858478"/>
              <a:gd name="connsiteX5" fmla="*/ 3611620 w 7859800"/>
              <a:gd name="connsiteY5" fmla="*/ 0 h 6858478"/>
              <a:gd name="connsiteX6" fmla="*/ 4677848 w 7859800"/>
              <a:gd name="connsiteY6" fmla="*/ 0 h 6858478"/>
              <a:gd name="connsiteX7" fmla="*/ 4683425 w 7859800"/>
              <a:gd name="connsiteY7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59800" h="6858478">
                <a:moveTo>
                  <a:pt x="7859800" y="6858478"/>
                </a:moveTo>
                <a:lnTo>
                  <a:pt x="435245" y="6858478"/>
                </a:lnTo>
                <a:lnTo>
                  <a:pt x="435505" y="6857916"/>
                </a:lnTo>
                <a:lnTo>
                  <a:pt x="0" y="6857916"/>
                </a:lnTo>
                <a:lnTo>
                  <a:pt x="0" y="0"/>
                </a:lnTo>
                <a:lnTo>
                  <a:pt x="3611620" y="0"/>
                </a:lnTo>
                <a:lnTo>
                  <a:pt x="4677848" y="0"/>
                </a:lnTo>
                <a:lnTo>
                  <a:pt x="4683425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605C4CC-A25C-416F-8333-7CB7DC97D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7431174" cy="6858478"/>
          </a:xfrm>
          <a:custGeom>
            <a:avLst/>
            <a:gdLst>
              <a:gd name="connsiteX0" fmla="*/ 7431174 w 7431174"/>
              <a:gd name="connsiteY0" fmla="*/ 6858478 h 6858478"/>
              <a:gd name="connsiteX1" fmla="*/ 6619 w 7431174"/>
              <a:gd name="connsiteY1" fmla="*/ 6858478 h 6858478"/>
              <a:gd name="connsiteX2" fmla="*/ 6879 w 7431174"/>
              <a:gd name="connsiteY2" fmla="*/ 6857916 h 6858478"/>
              <a:gd name="connsiteX3" fmla="*/ 0 w 7431174"/>
              <a:gd name="connsiteY3" fmla="*/ 6857916 h 6858478"/>
              <a:gd name="connsiteX4" fmla="*/ 0 w 7431174"/>
              <a:gd name="connsiteY4" fmla="*/ 0 h 6858478"/>
              <a:gd name="connsiteX5" fmla="*/ 3182994 w 7431174"/>
              <a:gd name="connsiteY5" fmla="*/ 0 h 6858478"/>
              <a:gd name="connsiteX6" fmla="*/ 4249222 w 7431174"/>
              <a:gd name="connsiteY6" fmla="*/ 0 h 6858478"/>
              <a:gd name="connsiteX7" fmla="*/ 4254799 w 7431174"/>
              <a:gd name="connsiteY7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31174" h="6858478">
                <a:moveTo>
                  <a:pt x="7431174" y="6858478"/>
                </a:moveTo>
                <a:lnTo>
                  <a:pt x="6619" y="6858478"/>
                </a:lnTo>
                <a:lnTo>
                  <a:pt x="6879" y="6857916"/>
                </a:lnTo>
                <a:lnTo>
                  <a:pt x="0" y="6857916"/>
                </a:lnTo>
                <a:lnTo>
                  <a:pt x="0" y="0"/>
                </a:lnTo>
                <a:lnTo>
                  <a:pt x="3182994" y="0"/>
                </a:lnTo>
                <a:lnTo>
                  <a:pt x="4249222" y="0"/>
                </a:lnTo>
                <a:lnTo>
                  <a:pt x="4254799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04672" y="365125"/>
            <a:ext cx="5266155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/>
              <a:t>What’s </a:t>
            </a:r>
            <a:r>
              <a:rPr lang="en-US" sz="2800"/>
              <a:t>the advantages of </a:t>
            </a:r>
            <a:r>
              <a:rPr lang="en-US" sz="2800" dirty="0"/>
              <a:t>augmented reality in emergency 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70F1F34-624D-4FD4-B6CA-121E71680C44}"/>
              </a:ext>
            </a:extLst>
          </p:cNvPr>
          <p:cNvSpPr txBox="1"/>
          <p:nvPr/>
        </p:nvSpPr>
        <p:spPr>
          <a:xfrm>
            <a:off x="804672" y="2022601"/>
            <a:ext cx="3941499" cy="4154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Distance care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Efficient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Business</a:t>
            </a:r>
          </a:p>
        </p:txBody>
      </p:sp>
    </p:spTree>
    <p:extLst>
      <p:ext uri="{BB962C8B-B14F-4D97-AF65-F5344CB8AC3E}">
        <p14:creationId xmlns:p14="http://schemas.microsoft.com/office/powerpoint/2010/main" val="34270144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A3C47C2-33A2-44B2-BEAB-FEB679075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3324"/>
            <a:ext cx="12192000" cy="6861324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AD182BA8-54AD-4D9F-8264-B0FA8BB47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4ED83379-0499-45E1-AB78-6AA230F96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04672" y="962246"/>
            <a:ext cx="6437700" cy="261196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End</a:t>
            </a:r>
            <a:b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for being attentive</a:t>
            </a:r>
          </a:p>
        </p:txBody>
      </p:sp>
    </p:spTree>
    <p:extLst>
      <p:ext uri="{BB962C8B-B14F-4D97-AF65-F5344CB8AC3E}">
        <p14:creationId xmlns:p14="http://schemas.microsoft.com/office/powerpoint/2010/main" val="1927717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57</Words>
  <Application>Microsoft Office PowerPoint</Application>
  <PresentationFormat>Grand écran</PresentationFormat>
  <Paragraphs>16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Emergency management/search and rescue</vt:lpstr>
      <vt:lpstr>Présentation PowerPoint</vt:lpstr>
      <vt:lpstr>What is Augmented Reality ?</vt:lpstr>
      <vt:lpstr>How he uses augmented reality in emergency ?</vt:lpstr>
      <vt:lpstr>What’s the advantages of augmented reality in emergency ?</vt:lpstr>
      <vt:lpstr>End Thank you for being attentive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Emergency management/search and rescue</dc:title>
  <dc:creator/>
  <cp:lastModifiedBy>Dorian Bucchiotty</cp:lastModifiedBy>
  <cp:revision>57</cp:revision>
  <dcterms:created xsi:type="dcterms:W3CDTF">2012-07-30T22:21:58Z</dcterms:created>
  <dcterms:modified xsi:type="dcterms:W3CDTF">2022-03-17T13:25:44Z</dcterms:modified>
</cp:coreProperties>
</file>