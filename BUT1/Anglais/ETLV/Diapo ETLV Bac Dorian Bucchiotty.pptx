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8" r:id="rId4"/>
    <p:sldId id="265" r:id="rId5"/>
    <p:sldId id="273" r:id="rId6"/>
    <p:sldId id="270" r:id="rId7"/>
    <p:sldId id="272" r:id="rId8"/>
    <p:sldId id="275" r:id="rId9"/>
    <p:sldId id="28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0DC"/>
    <a:srgbClr val="B5C3EC"/>
    <a:srgbClr val="C3C3EB"/>
    <a:srgbClr val="DCF3D8"/>
    <a:srgbClr val="C3C2E8"/>
    <a:srgbClr val="B5D2EC"/>
    <a:srgbClr val="FFFFFF"/>
    <a:srgbClr val="0E5A6D"/>
    <a:srgbClr val="0C5E71"/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B5A54-B097-4432-8E42-7CC3993F709D}" v="11" dt="2022-04-28T12:46:31.6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78" autoAdjust="0"/>
    <p:restoredTop sz="94660"/>
  </p:normalViewPr>
  <p:slideViewPr>
    <p:cSldViewPr snapToGrid="0">
      <p:cViewPr varScale="1">
        <p:scale>
          <a:sx n="67" d="100"/>
          <a:sy n="67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ian Bucchiotty" userId="27e4bbf8dde59229" providerId="LiveId" clId="{5DEB5A54-B097-4432-8E42-7CC3993F709D}"/>
    <pc:docChg chg="undo redo custSel addSld delSld modSld">
      <pc:chgData name="Dorian Bucchiotty" userId="27e4bbf8dde59229" providerId="LiveId" clId="{5DEB5A54-B097-4432-8E42-7CC3993F709D}" dt="2022-05-18T06:14:05.219" v="2033" actId="20577"/>
      <pc:docMkLst>
        <pc:docMk/>
      </pc:docMkLst>
      <pc:sldChg chg="modSp mod">
        <pc:chgData name="Dorian Bucchiotty" userId="27e4bbf8dde59229" providerId="LiveId" clId="{5DEB5A54-B097-4432-8E42-7CC3993F709D}" dt="2022-05-16T06:31:25.765" v="1991" actId="1076"/>
        <pc:sldMkLst>
          <pc:docMk/>
          <pc:sldMk cId="1589193246" sldId="256"/>
        </pc:sldMkLst>
        <pc:spChg chg="mod">
          <ac:chgData name="Dorian Bucchiotty" userId="27e4bbf8dde59229" providerId="LiveId" clId="{5DEB5A54-B097-4432-8E42-7CC3993F709D}" dt="2022-05-16T06:31:25.765" v="1991" actId="1076"/>
          <ac:spMkLst>
            <pc:docMk/>
            <pc:sldMk cId="1589193246" sldId="256"/>
            <ac:spMk id="4" creationId="{00000000-0000-0000-0000-000000000000}"/>
          </ac:spMkLst>
        </pc:spChg>
      </pc:sldChg>
      <pc:sldChg chg="modSp mod">
        <pc:chgData name="Dorian Bucchiotty" userId="27e4bbf8dde59229" providerId="LiveId" clId="{5DEB5A54-B097-4432-8E42-7CC3993F709D}" dt="2022-05-18T06:07:37.661" v="2029" actId="20577"/>
        <pc:sldMkLst>
          <pc:docMk/>
          <pc:sldMk cId="20822174" sldId="257"/>
        </pc:sldMkLst>
        <pc:spChg chg="mod">
          <ac:chgData name="Dorian Bucchiotty" userId="27e4bbf8dde59229" providerId="LiveId" clId="{5DEB5A54-B097-4432-8E42-7CC3993F709D}" dt="2022-04-28T13:16:21.800" v="1166" actId="20577"/>
          <ac:spMkLst>
            <pc:docMk/>
            <pc:sldMk cId="20822174" sldId="257"/>
            <ac:spMk id="2" creationId="{00000000-0000-0000-0000-000000000000}"/>
          </ac:spMkLst>
        </pc:spChg>
        <pc:spChg chg="mod">
          <ac:chgData name="Dorian Bucchiotty" userId="27e4bbf8dde59229" providerId="LiveId" clId="{5DEB5A54-B097-4432-8E42-7CC3993F709D}" dt="2022-05-18T06:07:37.661" v="2029" actId="20577"/>
          <ac:spMkLst>
            <pc:docMk/>
            <pc:sldMk cId="20822174" sldId="257"/>
            <ac:spMk id="3" creationId="{00000000-0000-0000-0000-000000000000}"/>
          </ac:spMkLst>
        </pc:spChg>
      </pc:sldChg>
      <pc:sldChg chg="modSp del mod">
        <pc:chgData name="Dorian Bucchiotty" userId="27e4bbf8dde59229" providerId="LiveId" clId="{5DEB5A54-B097-4432-8E42-7CC3993F709D}" dt="2022-04-28T12:26:56.841" v="158" actId="47"/>
        <pc:sldMkLst>
          <pc:docMk/>
          <pc:sldMk cId="2823429429" sldId="260"/>
        </pc:sldMkLst>
        <pc:spChg chg="mod">
          <ac:chgData name="Dorian Bucchiotty" userId="27e4bbf8dde59229" providerId="LiveId" clId="{5DEB5A54-B097-4432-8E42-7CC3993F709D}" dt="2022-04-28T12:26:35.608" v="157" actId="1076"/>
          <ac:spMkLst>
            <pc:docMk/>
            <pc:sldMk cId="2823429429" sldId="260"/>
            <ac:spMk id="4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2:25:43.942" v="144" actId="1076"/>
          <ac:spMkLst>
            <pc:docMk/>
            <pc:sldMk cId="2823429429" sldId="260"/>
            <ac:spMk id="12" creationId="{00000000-0000-0000-0000-000000000000}"/>
          </ac:spMkLst>
        </pc:spChg>
        <pc:cxnChg chg="mod">
          <ac:chgData name="Dorian Bucchiotty" userId="27e4bbf8dde59229" providerId="LiveId" clId="{5DEB5A54-B097-4432-8E42-7CC3993F709D}" dt="2022-04-28T12:25:43.942" v="144" actId="1076"/>
          <ac:cxnSpMkLst>
            <pc:docMk/>
            <pc:sldMk cId="2823429429" sldId="260"/>
            <ac:cxnSpMk id="10" creationId="{00000000-0000-0000-0000-000000000000}"/>
          </ac:cxnSpMkLst>
        </pc:cxnChg>
      </pc:sldChg>
      <pc:sldChg chg="del">
        <pc:chgData name="Dorian Bucchiotty" userId="27e4bbf8dde59229" providerId="LiveId" clId="{5DEB5A54-B097-4432-8E42-7CC3993F709D}" dt="2022-04-28T12:52:52.435" v="685" actId="47"/>
        <pc:sldMkLst>
          <pc:docMk/>
          <pc:sldMk cId="3147547283" sldId="261"/>
        </pc:sldMkLst>
      </pc:sldChg>
      <pc:sldChg chg="add del">
        <pc:chgData name="Dorian Bucchiotty" userId="27e4bbf8dde59229" providerId="LiveId" clId="{5DEB5A54-B097-4432-8E42-7CC3993F709D}" dt="2022-04-28T12:53:29.419" v="692" actId="47"/>
        <pc:sldMkLst>
          <pc:docMk/>
          <pc:sldMk cId="2329847338" sldId="262"/>
        </pc:sldMkLst>
      </pc:sldChg>
      <pc:sldChg chg="modSp add del mod">
        <pc:chgData name="Dorian Bucchiotty" userId="27e4bbf8dde59229" providerId="LiveId" clId="{5DEB5A54-B097-4432-8E42-7CC3993F709D}" dt="2022-05-16T06:30:21.261" v="1980" actId="255"/>
        <pc:sldMkLst>
          <pc:docMk/>
          <pc:sldMk cId="2918176823" sldId="263"/>
        </pc:sldMkLst>
        <pc:spChg chg="mod">
          <ac:chgData name="Dorian Bucchiotty" userId="27e4bbf8dde59229" providerId="LiveId" clId="{5DEB5A54-B097-4432-8E42-7CC3993F709D}" dt="2022-05-16T06:30:21.261" v="1980" actId="255"/>
          <ac:spMkLst>
            <pc:docMk/>
            <pc:sldMk cId="2918176823" sldId="263"/>
            <ac:spMk id="4" creationId="{00000000-0000-0000-0000-000000000000}"/>
          </ac:spMkLst>
        </pc:spChg>
      </pc:sldChg>
      <pc:sldChg chg="del">
        <pc:chgData name="Dorian Bucchiotty" userId="27e4bbf8dde59229" providerId="LiveId" clId="{5DEB5A54-B097-4432-8E42-7CC3993F709D}" dt="2022-04-28T13:30:36.495" v="1529" actId="47"/>
        <pc:sldMkLst>
          <pc:docMk/>
          <pc:sldMk cId="604165774" sldId="264"/>
        </pc:sldMkLst>
      </pc:sldChg>
      <pc:sldChg chg="modSp mod">
        <pc:chgData name="Dorian Bucchiotty" userId="27e4bbf8dde59229" providerId="LiveId" clId="{5DEB5A54-B097-4432-8E42-7CC3993F709D}" dt="2022-05-16T06:30:32.495" v="1982" actId="20577"/>
        <pc:sldMkLst>
          <pc:docMk/>
          <pc:sldMk cId="1572728900" sldId="265"/>
        </pc:sldMkLst>
        <pc:spChg chg="mod">
          <ac:chgData name="Dorian Bucchiotty" userId="27e4bbf8dde59229" providerId="LiveId" clId="{5DEB5A54-B097-4432-8E42-7CC3993F709D}" dt="2022-05-16T06:30:32.495" v="1982" actId="20577"/>
          <ac:spMkLst>
            <pc:docMk/>
            <pc:sldMk cId="1572728900" sldId="265"/>
            <ac:spMk id="4" creationId="{00000000-0000-0000-0000-000000000000}"/>
          </ac:spMkLst>
        </pc:spChg>
      </pc:sldChg>
      <pc:sldChg chg="del">
        <pc:chgData name="Dorian Bucchiotty" userId="27e4bbf8dde59229" providerId="LiveId" clId="{5DEB5A54-B097-4432-8E42-7CC3993F709D}" dt="2022-05-16T06:29:01.604" v="1943" actId="47"/>
        <pc:sldMkLst>
          <pc:docMk/>
          <pc:sldMk cId="1630199345" sldId="266"/>
        </pc:sldMkLst>
      </pc:sldChg>
      <pc:sldChg chg="del">
        <pc:chgData name="Dorian Bucchiotty" userId="27e4bbf8dde59229" providerId="LiveId" clId="{5DEB5A54-B097-4432-8E42-7CC3993F709D}" dt="2022-04-28T12:52:48.044" v="684" actId="47"/>
        <pc:sldMkLst>
          <pc:docMk/>
          <pc:sldMk cId="183597138" sldId="267"/>
        </pc:sldMkLst>
      </pc:sldChg>
      <pc:sldChg chg="addSp modSp mod">
        <pc:chgData name="Dorian Bucchiotty" userId="27e4bbf8dde59229" providerId="LiveId" clId="{5DEB5A54-B097-4432-8E42-7CC3993F709D}" dt="2022-05-18T05:57:24.908" v="2026" actId="5793"/>
        <pc:sldMkLst>
          <pc:docMk/>
          <pc:sldMk cId="2482018634" sldId="268"/>
        </pc:sldMkLst>
        <pc:spChg chg="mod">
          <ac:chgData name="Dorian Bucchiotty" userId="27e4bbf8dde59229" providerId="LiveId" clId="{5DEB5A54-B097-4432-8E42-7CC3993F709D}" dt="2022-04-28T12:15:32.167" v="21" actId="20577"/>
          <ac:spMkLst>
            <pc:docMk/>
            <pc:sldMk cId="2482018634" sldId="268"/>
            <ac:spMk id="2" creationId="{00000000-0000-0000-0000-000000000000}"/>
          </ac:spMkLst>
        </pc:spChg>
        <pc:spChg chg="mod">
          <ac:chgData name="Dorian Bucchiotty" userId="27e4bbf8dde59229" providerId="LiveId" clId="{5DEB5A54-B097-4432-8E42-7CC3993F709D}" dt="2022-05-18T05:57:24.908" v="2026" actId="5793"/>
          <ac:spMkLst>
            <pc:docMk/>
            <pc:sldMk cId="2482018634" sldId="268"/>
            <ac:spMk id="3" creationId="{00000000-0000-0000-0000-000000000000}"/>
          </ac:spMkLst>
        </pc:spChg>
        <pc:spChg chg="add mod">
          <ac:chgData name="Dorian Bucchiotty" userId="27e4bbf8dde59229" providerId="LiveId" clId="{5DEB5A54-B097-4432-8E42-7CC3993F709D}" dt="2022-04-28T12:16:52.005" v="56" actId="1076"/>
          <ac:spMkLst>
            <pc:docMk/>
            <pc:sldMk cId="2482018634" sldId="268"/>
            <ac:spMk id="4" creationId="{A6ABDE4E-A248-40AC-8C56-6768FD108C0B}"/>
          </ac:spMkLst>
        </pc:spChg>
      </pc:sldChg>
      <pc:sldChg chg="del">
        <pc:chgData name="Dorian Bucchiotty" userId="27e4bbf8dde59229" providerId="LiveId" clId="{5DEB5A54-B097-4432-8E42-7CC3993F709D}" dt="2022-04-28T12:53:55.786" v="693" actId="47"/>
        <pc:sldMkLst>
          <pc:docMk/>
          <pc:sldMk cId="2533103453" sldId="269"/>
        </pc:sldMkLst>
      </pc:sldChg>
      <pc:sldChg chg="modSp mod">
        <pc:chgData name="Dorian Bucchiotty" userId="27e4bbf8dde59229" providerId="LiveId" clId="{5DEB5A54-B097-4432-8E42-7CC3993F709D}" dt="2022-05-18T06:14:05.219" v="2033" actId="20577"/>
        <pc:sldMkLst>
          <pc:docMk/>
          <pc:sldMk cId="2320852910" sldId="270"/>
        </pc:sldMkLst>
        <pc:spChg chg="mod">
          <ac:chgData name="Dorian Bucchiotty" userId="27e4bbf8dde59229" providerId="LiveId" clId="{5DEB5A54-B097-4432-8E42-7CC3993F709D}" dt="2022-04-28T12:29:51.515" v="194" actId="20577"/>
          <ac:spMkLst>
            <pc:docMk/>
            <pc:sldMk cId="2320852910" sldId="270"/>
            <ac:spMk id="2" creationId="{88BBAFD7-A1A8-4A68-B3CB-279C4D36637F}"/>
          </ac:spMkLst>
        </pc:spChg>
        <pc:graphicFrameChg chg="mod modGraphic">
          <ac:chgData name="Dorian Bucchiotty" userId="27e4bbf8dde59229" providerId="LiveId" clId="{5DEB5A54-B097-4432-8E42-7CC3993F709D}" dt="2022-04-28T13:45:39.390" v="1804" actId="20577"/>
          <ac:graphicFrameMkLst>
            <pc:docMk/>
            <pc:sldMk cId="2320852910" sldId="270"/>
            <ac:graphicFrameMk id="5" creationId="{AF6584E1-D2AD-4FB7-84BE-A83361506143}"/>
          </ac:graphicFrameMkLst>
        </pc:graphicFrameChg>
        <pc:graphicFrameChg chg="mod modGraphic">
          <ac:chgData name="Dorian Bucchiotty" userId="27e4bbf8dde59229" providerId="LiveId" clId="{5DEB5A54-B097-4432-8E42-7CC3993F709D}" dt="2022-05-18T06:14:05.219" v="2033" actId="20577"/>
          <ac:graphicFrameMkLst>
            <pc:docMk/>
            <pc:sldMk cId="2320852910" sldId="270"/>
            <ac:graphicFrameMk id="6" creationId="{C13BF667-E726-487A-8D1C-458050746810}"/>
          </ac:graphicFrameMkLst>
        </pc:graphicFrameChg>
      </pc:sldChg>
      <pc:sldChg chg="modSp mod">
        <pc:chgData name="Dorian Bucchiotty" userId="27e4bbf8dde59229" providerId="LiveId" clId="{5DEB5A54-B097-4432-8E42-7CC3993F709D}" dt="2022-04-28T13:44:50.554" v="1747" actId="20577"/>
        <pc:sldMkLst>
          <pc:docMk/>
          <pc:sldMk cId="3447163915" sldId="272"/>
        </pc:sldMkLst>
        <pc:spChg chg="mod">
          <ac:chgData name="Dorian Bucchiotty" userId="27e4bbf8dde59229" providerId="LiveId" clId="{5DEB5A54-B097-4432-8E42-7CC3993F709D}" dt="2022-04-28T13:44:41.023" v="1734"/>
          <ac:spMkLst>
            <pc:docMk/>
            <pc:sldMk cId="3447163915" sldId="272"/>
            <ac:spMk id="2" creationId="{88BBAFD7-A1A8-4A68-B3CB-279C4D36637F}"/>
          </ac:spMkLst>
        </pc:spChg>
        <pc:graphicFrameChg chg="modGraphic">
          <ac:chgData name="Dorian Bucchiotty" userId="27e4bbf8dde59229" providerId="LiveId" clId="{5DEB5A54-B097-4432-8E42-7CC3993F709D}" dt="2022-04-28T13:44:50.554" v="1747" actId="20577"/>
          <ac:graphicFrameMkLst>
            <pc:docMk/>
            <pc:sldMk cId="3447163915" sldId="272"/>
            <ac:graphicFrameMk id="5" creationId="{AF6584E1-D2AD-4FB7-84BE-A83361506143}"/>
          </ac:graphicFrameMkLst>
        </pc:graphicFrameChg>
      </pc:sldChg>
      <pc:sldChg chg="modSp mod">
        <pc:chgData name="Dorian Bucchiotty" userId="27e4bbf8dde59229" providerId="LiveId" clId="{5DEB5A54-B097-4432-8E42-7CC3993F709D}" dt="2022-04-28T12:29:17.842" v="191" actId="20577"/>
        <pc:sldMkLst>
          <pc:docMk/>
          <pc:sldMk cId="2015187942" sldId="273"/>
        </pc:sldMkLst>
        <pc:spChg chg="mod">
          <ac:chgData name="Dorian Bucchiotty" userId="27e4bbf8dde59229" providerId="LiveId" clId="{5DEB5A54-B097-4432-8E42-7CC3993F709D}" dt="2022-04-28T12:29:17.842" v="191" actId="20577"/>
          <ac:spMkLst>
            <pc:docMk/>
            <pc:sldMk cId="2015187942" sldId="273"/>
            <ac:spMk id="2" creationId="{88BBAFD7-A1A8-4A68-B3CB-279C4D36637F}"/>
          </ac:spMkLst>
        </pc:spChg>
      </pc:sldChg>
      <pc:sldChg chg="modSp del mod">
        <pc:chgData name="Dorian Bucchiotty" userId="27e4bbf8dde59229" providerId="LiveId" clId="{5DEB5A54-B097-4432-8E42-7CC3993F709D}" dt="2022-05-16T06:29:31.870" v="1959" actId="47"/>
        <pc:sldMkLst>
          <pc:docMk/>
          <pc:sldMk cId="4093132745" sldId="274"/>
        </pc:sldMkLst>
        <pc:spChg chg="mod">
          <ac:chgData name="Dorian Bucchiotty" userId="27e4bbf8dde59229" providerId="LiveId" clId="{5DEB5A54-B097-4432-8E42-7CC3993F709D}" dt="2022-04-28T13:47:10.184" v="1836" actId="20577"/>
          <ac:spMkLst>
            <pc:docMk/>
            <pc:sldMk cId="4093132745" sldId="274"/>
            <ac:spMk id="2" creationId="{88BBAFD7-A1A8-4A68-B3CB-279C4D36637F}"/>
          </ac:spMkLst>
        </pc:spChg>
        <pc:spChg chg="mod">
          <ac:chgData name="Dorian Bucchiotty" userId="27e4bbf8dde59229" providerId="LiveId" clId="{5DEB5A54-B097-4432-8E42-7CC3993F709D}" dt="2022-05-16T06:27:32.705" v="1937" actId="20577"/>
          <ac:spMkLst>
            <pc:docMk/>
            <pc:sldMk cId="4093132745" sldId="274"/>
            <ac:spMk id="3" creationId="{30BEC7A2-E208-45AE-94C9-A430B0112235}"/>
          </ac:spMkLst>
        </pc:spChg>
      </pc:sldChg>
      <pc:sldChg chg="modSp mod">
        <pc:chgData name="Dorian Bucchiotty" userId="27e4bbf8dde59229" providerId="LiveId" clId="{5DEB5A54-B097-4432-8E42-7CC3993F709D}" dt="2022-04-28T13:49:02.596" v="1871" actId="20577"/>
        <pc:sldMkLst>
          <pc:docMk/>
          <pc:sldMk cId="2427684117" sldId="275"/>
        </pc:sldMkLst>
        <pc:spChg chg="mod">
          <ac:chgData name="Dorian Bucchiotty" userId="27e4bbf8dde59229" providerId="LiveId" clId="{5DEB5A54-B097-4432-8E42-7CC3993F709D}" dt="2022-04-28T13:49:02.596" v="1871" actId="20577"/>
          <ac:spMkLst>
            <pc:docMk/>
            <pc:sldMk cId="2427684117" sldId="275"/>
            <ac:spMk id="2" creationId="{88BBAFD7-A1A8-4A68-B3CB-279C4D36637F}"/>
          </ac:spMkLst>
        </pc:spChg>
        <pc:spChg chg="mod">
          <ac:chgData name="Dorian Bucchiotty" userId="27e4bbf8dde59229" providerId="LiveId" clId="{5DEB5A54-B097-4432-8E42-7CC3993F709D}" dt="2022-04-28T13:04:49.564" v="805" actId="20577"/>
          <ac:spMkLst>
            <pc:docMk/>
            <pc:sldMk cId="2427684117" sldId="275"/>
            <ac:spMk id="21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04:53.443" v="809" actId="20577"/>
          <ac:spMkLst>
            <pc:docMk/>
            <pc:sldMk cId="2427684117" sldId="275"/>
            <ac:spMk id="22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04:56.591" v="811" actId="6549"/>
          <ac:spMkLst>
            <pc:docMk/>
            <pc:sldMk cId="2427684117" sldId="275"/>
            <ac:spMk id="23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05:27.092" v="818" actId="20577"/>
          <ac:spMkLst>
            <pc:docMk/>
            <pc:sldMk cId="2427684117" sldId="275"/>
            <ac:spMk id="24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07:18.195" v="927" actId="20577"/>
          <ac:spMkLst>
            <pc:docMk/>
            <pc:sldMk cId="2427684117" sldId="275"/>
            <ac:spMk id="29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10:13.414" v="990" actId="20577"/>
          <ac:spMkLst>
            <pc:docMk/>
            <pc:sldMk cId="2427684117" sldId="275"/>
            <ac:spMk id="37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06:09.467" v="852" actId="20577"/>
          <ac:spMkLst>
            <pc:docMk/>
            <pc:sldMk cId="2427684117" sldId="275"/>
            <ac:spMk id="45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06:01.533" v="843" actId="20577"/>
          <ac:spMkLst>
            <pc:docMk/>
            <pc:sldMk cId="2427684117" sldId="275"/>
            <ac:spMk id="47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05:47.097" v="832" actId="20577"/>
          <ac:spMkLst>
            <pc:docMk/>
            <pc:sldMk cId="2427684117" sldId="275"/>
            <ac:spMk id="49" creationId="{00000000-0000-0000-0000-000000000000}"/>
          </ac:spMkLst>
        </pc:spChg>
        <pc:spChg chg="mod">
          <ac:chgData name="Dorian Bucchiotty" userId="27e4bbf8dde59229" providerId="LiveId" clId="{5DEB5A54-B097-4432-8E42-7CC3993F709D}" dt="2022-04-28T13:10:55.351" v="997" actId="20577"/>
          <ac:spMkLst>
            <pc:docMk/>
            <pc:sldMk cId="2427684117" sldId="275"/>
            <ac:spMk id="63" creationId="{00000000-0000-0000-0000-000000000000}"/>
          </ac:spMkLst>
        </pc:spChg>
        <pc:cxnChg chg="mod">
          <ac:chgData name="Dorian Bucchiotty" userId="27e4bbf8dde59229" providerId="LiveId" clId="{5DEB5A54-B097-4432-8E42-7CC3993F709D}" dt="2022-04-28T13:04:48.799" v="801" actId="20577"/>
          <ac:cxnSpMkLst>
            <pc:docMk/>
            <pc:sldMk cId="2427684117" sldId="275"/>
            <ac:cxnSpMk id="66" creationId="{00000000-0000-0000-0000-000000000000}"/>
          </ac:cxnSpMkLst>
        </pc:cxnChg>
      </pc:sldChg>
      <pc:sldChg chg="modSp mod">
        <pc:chgData name="Dorian Bucchiotty" userId="27e4bbf8dde59229" providerId="LiveId" clId="{5DEB5A54-B097-4432-8E42-7CC3993F709D}" dt="2022-04-28T13:49:10.627" v="1877" actId="20577"/>
        <pc:sldMkLst>
          <pc:docMk/>
          <pc:sldMk cId="33897597" sldId="276"/>
        </pc:sldMkLst>
        <pc:spChg chg="mod">
          <ac:chgData name="Dorian Bucchiotty" userId="27e4bbf8dde59229" providerId="LiveId" clId="{5DEB5A54-B097-4432-8E42-7CC3993F709D}" dt="2022-04-28T13:49:10.627" v="1877" actId="20577"/>
          <ac:spMkLst>
            <pc:docMk/>
            <pc:sldMk cId="33897597" sldId="276"/>
            <ac:spMk id="2" creationId="{88BBAFD7-A1A8-4A68-B3CB-279C4D36637F}"/>
          </ac:spMkLst>
        </pc:spChg>
      </pc:sldChg>
      <pc:sldChg chg="modSp mod">
        <pc:chgData name="Dorian Bucchiotty" userId="27e4bbf8dde59229" providerId="LiveId" clId="{5DEB5A54-B097-4432-8E42-7CC3993F709D}" dt="2022-05-16T06:24:31.901" v="1935" actId="20577"/>
        <pc:sldMkLst>
          <pc:docMk/>
          <pc:sldMk cId="969172714" sldId="277"/>
        </pc:sldMkLst>
        <pc:spChg chg="mod">
          <ac:chgData name="Dorian Bucchiotty" userId="27e4bbf8dde59229" providerId="LiveId" clId="{5DEB5A54-B097-4432-8E42-7CC3993F709D}" dt="2022-05-16T06:24:31.901" v="1935" actId="20577"/>
          <ac:spMkLst>
            <pc:docMk/>
            <pc:sldMk cId="969172714" sldId="277"/>
            <ac:spMk id="2" creationId="{88BBAFD7-A1A8-4A68-B3CB-279C4D36637F}"/>
          </ac:spMkLst>
        </pc:spChg>
      </pc:sldChg>
      <pc:sldChg chg="modSp del mod">
        <pc:chgData name="Dorian Bucchiotty" userId="27e4bbf8dde59229" providerId="LiveId" clId="{5DEB5A54-B097-4432-8E42-7CC3993F709D}" dt="2022-05-16T06:27:39.220" v="1938" actId="47"/>
        <pc:sldMkLst>
          <pc:docMk/>
          <pc:sldMk cId="4033256061" sldId="279"/>
        </pc:sldMkLst>
        <pc:spChg chg="mod">
          <ac:chgData name="Dorian Bucchiotty" userId="27e4bbf8dde59229" providerId="LiveId" clId="{5DEB5A54-B097-4432-8E42-7CC3993F709D}" dt="2022-04-28T13:48:52.111" v="1861" actId="6549"/>
          <ac:spMkLst>
            <pc:docMk/>
            <pc:sldMk cId="4033256061" sldId="279"/>
            <ac:spMk id="2" creationId="{88BBAFD7-A1A8-4A68-B3CB-279C4D36637F}"/>
          </ac:spMkLst>
        </pc:spChg>
      </pc:sldChg>
      <pc:sldChg chg="del">
        <pc:chgData name="Dorian Bucchiotty" userId="27e4bbf8dde59229" providerId="LiveId" clId="{5DEB5A54-B097-4432-8E42-7CC3993F709D}" dt="2022-04-28T12:54:22.459" v="694" actId="47"/>
        <pc:sldMkLst>
          <pc:docMk/>
          <pc:sldMk cId="3935230814" sldId="280"/>
        </pc:sldMkLst>
      </pc:sldChg>
      <pc:sldChg chg="modSp mod">
        <pc:chgData name="Dorian Bucchiotty" userId="27e4bbf8dde59229" providerId="LiveId" clId="{5DEB5A54-B097-4432-8E42-7CC3993F709D}" dt="2022-05-16T06:29:56.432" v="1972" actId="20577"/>
        <pc:sldMkLst>
          <pc:docMk/>
          <pc:sldMk cId="3701059497" sldId="282"/>
        </pc:sldMkLst>
        <pc:spChg chg="mod">
          <ac:chgData name="Dorian Bucchiotty" userId="27e4bbf8dde59229" providerId="LiveId" clId="{5DEB5A54-B097-4432-8E42-7CC3993F709D}" dt="2022-05-16T06:29:56.432" v="1972" actId="20577"/>
          <ac:spMkLst>
            <pc:docMk/>
            <pc:sldMk cId="3701059497" sldId="282"/>
            <ac:spMk id="3" creationId="{88BBAFD7-A1A8-4A68-B3CB-279C4D36637F}"/>
          </ac:spMkLst>
        </pc:spChg>
        <pc:spChg chg="mod">
          <ac:chgData name="Dorian Bucchiotty" userId="27e4bbf8dde59229" providerId="LiveId" clId="{5DEB5A54-B097-4432-8E42-7CC3993F709D}" dt="2022-04-28T13:48:21.890" v="1848" actId="20577"/>
          <ac:spMkLst>
            <pc:docMk/>
            <pc:sldMk cId="3701059497" sldId="282"/>
            <ac:spMk id="4" creationId="{30BEC7A2-E208-45AE-94C9-A430B0112235}"/>
          </ac:spMkLst>
        </pc:spChg>
      </pc:sldChg>
      <pc:sldChg chg="modSp mod">
        <pc:chgData name="Dorian Bucchiotty" userId="27e4bbf8dde59229" providerId="LiveId" clId="{5DEB5A54-B097-4432-8E42-7CC3993F709D}" dt="2022-04-28T12:58:03.996" v="787" actId="1076"/>
        <pc:sldMkLst>
          <pc:docMk/>
          <pc:sldMk cId="344548717" sldId="283"/>
        </pc:sldMkLst>
        <pc:spChg chg="mod">
          <ac:chgData name="Dorian Bucchiotty" userId="27e4bbf8dde59229" providerId="LiveId" clId="{5DEB5A54-B097-4432-8E42-7CC3993F709D}" dt="2022-04-28T12:58:03.996" v="787" actId="1076"/>
          <ac:spMkLst>
            <pc:docMk/>
            <pc:sldMk cId="344548717" sldId="283"/>
            <ac:spMk id="5" creationId="{88BBAFD7-A1A8-4A68-B3CB-279C4D36637F}"/>
          </ac:spMkLst>
        </pc:spChg>
      </pc:sldChg>
      <pc:sldChg chg="modSp mod">
        <pc:chgData name="Dorian Bucchiotty" userId="27e4bbf8dde59229" providerId="LiveId" clId="{5DEB5A54-B097-4432-8E42-7CC3993F709D}" dt="2022-04-28T13:48:36.143" v="1858" actId="20577"/>
        <pc:sldMkLst>
          <pc:docMk/>
          <pc:sldMk cId="1267838370" sldId="284"/>
        </pc:sldMkLst>
        <pc:spChg chg="mod">
          <ac:chgData name="Dorian Bucchiotty" userId="27e4bbf8dde59229" providerId="LiveId" clId="{5DEB5A54-B097-4432-8E42-7CC3993F709D}" dt="2022-04-28T13:48:36.143" v="1858" actId="20577"/>
          <ac:spMkLst>
            <pc:docMk/>
            <pc:sldMk cId="1267838370" sldId="284"/>
            <ac:spMk id="3" creationId="{88BBAFD7-A1A8-4A68-B3CB-279C4D36637F}"/>
          </ac:spMkLst>
        </pc:spChg>
      </pc:sldChg>
    </pc:docChg>
  </pc:docChgLst>
  <pc:docChgLst>
    <pc:chgData name="Dorian Bucchiotty" userId="27e4bbf8dde59229" providerId="LiveId" clId="{38A32AD8-B2A3-4BBE-9583-640B4AA8C69E}"/>
    <pc:docChg chg="undo custSel addSld delSld modSld addSection delSection">
      <pc:chgData name="Dorian Bucchiotty" userId="27e4bbf8dde59229" providerId="LiveId" clId="{38A32AD8-B2A3-4BBE-9583-640B4AA8C69E}" dt="2022-02-28T13:06:29.638" v="582" actId="20577"/>
      <pc:docMkLst>
        <pc:docMk/>
      </pc:docMkLst>
      <pc:sldChg chg="addSp delSp modSp mod setBg">
        <pc:chgData name="Dorian Bucchiotty" userId="27e4bbf8dde59229" providerId="LiveId" clId="{38A32AD8-B2A3-4BBE-9583-640B4AA8C69E}" dt="2022-02-21T14:11:39.215" v="289"/>
        <pc:sldMkLst>
          <pc:docMk/>
          <pc:sldMk cId="2533103453" sldId="269"/>
        </pc:sldMkLst>
        <pc:spChg chg="mod">
          <ac:chgData name="Dorian Bucchiotty" userId="27e4bbf8dde59229" providerId="LiveId" clId="{38A32AD8-B2A3-4BBE-9583-640B4AA8C69E}" dt="2022-02-21T14:11:00.118" v="182" actId="1076"/>
          <ac:spMkLst>
            <pc:docMk/>
            <pc:sldMk cId="2533103453" sldId="269"/>
            <ac:spMk id="2" creationId="{88BBAFD7-A1A8-4A68-B3CB-279C4D36637F}"/>
          </ac:spMkLst>
        </pc:spChg>
        <pc:spChg chg="add del mod">
          <ac:chgData name="Dorian Bucchiotty" userId="27e4bbf8dde59229" providerId="LiveId" clId="{38A32AD8-B2A3-4BBE-9583-640B4AA8C69E}" dt="2022-02-21T14:10:35.535" v="164" actId="478"/>
          <ac:spMkLst>
            <pc:docMk/>
            <pc:sldMk cId="2533103453" sldId="269"/>
            <ac:spMk id="6" creationId="{CBC91741-ADA9-4DD8-9D31-D9FE283D7BAB}"/>
          </ac:spMkLst>
        </pc:spChg>
        <pc:picChg chg="add del mod">
          <ac:chgData name="Dorian Bucchiotty" userId="27e4bbf8dde59229" providerId="LiveId" clId="{38A32AD8-B2A3-4BBE-9583-640B4AA8C69E}" dt="2022-02-21T14:10:27.820" v="147" actId="478"/>
          <ac:picMkLst>
            <pc:docMk/>
            <pc:sldMk cId="2533103453" sldId="269"/>
            <ac:picMk id="5" creationId="{69AF384A-8415-45AF-A5A7-FDF08FFD18B9}"/>
          </ac:picMkLst>
        </pc:picChg>
      </pc:sldChg>
      <pc:sldChg chg="addSp delSp modSp add mod">
        <pc:chgData name="Dorian Bucchiotty" userId="27e4bbf8dde59229" providerId="LiveId" clId="{38A32AD8-B2A3-4BBE-9583-640B4AA8C69E}" dt="2022-02-28T13:03:39.928" v="559" actId="20577"/>
        <pc:sldMkLst>
          <pc:docMk/>
          <pc:sldMk cId="2320852910" sldId="270"/>
        </pc:sldMkLst>
        <pc:spChg chg="mod">
          <ac:chgData name="Dorian Bucchiotty" userId="27e4bbf8dde59229" providerId="LiveId" clId="{38A32AD8-B2A3-4BBE-9583-640B4AA8C69E}" dt="2022-02-28T13:03:39.928" v="559" actId="20577"/>
          <ac:spMkLst>
            <pc:docMk/>
            <pc:sldMk cId="2320852910" sldId="270"/>
            <ac:spMk id="2" creationId="{88BBAFD7-A1A8-4A68-B3CB-279C4D36637F}"/>
          </ac:spMkLst>
        </pc:spChg>
        <pc:spChg chg="add del mod">
          <ac:chgData name="Dorian Bucchiotty" userId="27e4bbf8dde59229" providerId="LiveId" clId="{38A32AD8-B2A3-4BBE-9583-640B4AA8C69E}" dt="2022-02-21T14:06:28.279" v="66"/>
          <ac:spMkLst>
            <pc:docMk/>
            <pc:sldMk cId="2320852910" sldId="270"/>
            <ac:spMk id="3" creationId="{B5664D6C-E461-48AD-9DA5-B63D7740809F}"/>
          </ac:spMkLst>
        </pc:spChg>
        <pc:graphicFrameChg chg="add mod modGraphic">
          <ac:chgData name="Dorian Bucchiotty" userId="27e4bbf8dde59229" providerId="LiveId" clId="{38A32AD8-B2A3-4BBE-9583-640B4AA8C69E}" dt="2022-02-21T14:15:13.667" v="406" actId="1076"/>
          <ac:graphicFrameMkLst>
            <pc:docMk/>
            <pc:sldMk cId="2320852910" sldId="270"/>
            <ac:graphicFrameMk id="5" creationId="{AF6584E1-D2AD-4FB7-84BE-A83361506143}"/>
          </ac:graphicFrameMkLst>
        </pc:graphicFrameChg>
        <pc:graphicFrameChg chg="add mod modGraphic">
          <ac:chgData name="Dorian Bucchiotty" userId="27e4bbf8dde59229" providerId="LiveId" clId="{38A32AD8-B2A3-4BBE-9583-640B4AA8C69E}" dt="2022-02-21T14:14:42.311" v="403"/>
          <ac:graphicFrameMkLst>
            <pc:docMk/>
            <pc:sldMk cId="2320852910" sldId="270"/>
            <ac:graphicFrameMk id="6" creationId="{C13BF667-E726-487A-8D1C-458050746810}"/>
          </ac:graphicFrameMkLst>
        </pc:graphicFrameChg>
      </pc:sldChg>
      <pc:sldChg chg="add">
        <pc:chgData name="Dorian Bucchiotty" userId="27e4bbf8dde59229" providerId="LiveId" clId="{38A32AD8-B2A3-4BBE-9583-640B4AA8C69E}" dt="2022-02-21T14:05:50.168" v="61" actId="2890"/>
        <pc:sldMkLst>
          <pc:docMk/>
          <pc:sldMk cId="1714964725" sldId="271"/>
        </pc:sldMkLst>
      </pc:sldChg>
      <pc:sldChg chg="delSp modSp add mod">
        <pc:chgData name="Dorian Bucchiotty" userId="27e4bbf8dde59229" providerId="LiveId" clId="{38A32AD8-B2A3-4BBE-9583-640B4AA8C69E}" dt="2022-02-28T13:03:33.258" v="557" actId="20577"/>
        <pc:sldMkLst>
          <pc:docMk/>
          <pc:sldMk cId="3447163915" sldId="272"/>
        </pc:sldMkLst>
        <pc:spChg chg="mod">
          <ac:chgData name="Dorian Bucchiotty" userId="27e4bbf8dde59229" providerId="LiveId" clId="{38A32AD8-B2A3-4BBE-9583-640B4AA8C69E}" dt="2022-02-28T13:03:33.258" v="557" actId="20577"/>
          <ac:spMkLst>
            <pc:docMk/>
            <pc:sldMk cId="3447163915" sldId="272"/>
            <ac:spMk id="2" creationId="{88BBAFD7-A1A8-4A68-B3CB-279C4D36637F}"/>
          </ac:spMkLst>
        </pc:spChg>
        <pc:graphicFrameChg chg="mod modGraphic">
          <ac:chgData name="Dorian Bucchiotty" userId="27e4bbf8dde59229" providerId="LiveId" clId="{38A32AD8-B2A3-4BBE-9583-640B4AA8C69E}" dt="2022-02-21T14:09:25.719" v="94" actId="403"/>
          <ac:graphicFrameMkLst>
            <pc:docMk/>
            <pc:sldMk cId="3447163915" sldId="272"/>
            <ac:graphicFrameMk id="5" creationId="{AF6584E1-D2AD-4FB7-84BE-A83361506143}"/>
          </ac:graphicFrameMkLst>
        </pc:graphicFrameChg>
        <pc:graphicFrameChg chg="del">
          <ac:chgData name="Dorian Bucchiotty" userId="27e4bbf8dde59229" providerId="LiveId" clId="{38A32AD8-B2A3-4BBE-9583-640B4AA8C69E}" dt="2022-02-21T14:09:08.263" v="88" actId="478"/>
          <ac:graphicFrameMkLst>
            <pc:docMk/>
            <pc:sldMk cId="3447163915" sldId="272"/>
            <ac:graphicFrameMk id="6" creationId="{C13BF667-E726-487A-8D1C-458050746810}"/>
          </ac:graphicFrameMkLst>
        </pc:graphicFrameChg>
      </pc:sldChg>
      <pc:sldChg chg="addSp delSp modSp add mod">
        <pc:chgData name="Dorian Bucchiotty" userId="27e4bbf8dde59229" providerId="LiveId" clId="{38A32AD8-B2A3-4BBE-9583-640B4AA8C69E}" dt="2022-02-28T12:50:23.308" v="555" actId="1076"/>
        <pc:sldMkLst>
          <pc:docMk/>
          <pc:sldMk cId="2015187942" sldId="273"/>
        </pc:sldMkLst>
        <pc:spChg chg="del">
          <ac:chgData name="Dorian Bucchiotty" userId="27e4bbf8dde59229" providerId="LiveId" clId="{38A32AD8-B2A3-4BBE-9583-640B4AA8C69E}" dt="2022-02-28T12:50:01.931" v="550" actId="478"/>
          <ac:spMkLst>
            <pc:docMk/>
            <pc:sldMk cId="2015187942" sldId="273"/>
            <ac:spMk id="6" creationId="{CBC91741-ADA9-4DD8-9D31-D9FE283D7BAB}"/>
          </ac:spMkLst>
        </pc:spChg>
        <pc:picChg chg="del">
          <ac:chgData name="Dorian Bucchiotty" userId="27e4bbf8dde59229" providerId="LiveId" clId="{38A32AD8-B2A3-4BBE-9583-640B4AA8C69E}" dt="2022-02-28T12:49:59.627" v="549" actId="478"/>
          <ac:picMkLst>
            <pc:docMk/>
            <pc:sldMk cId="2015187942" sldId="273"/>
            <ac:picMk id="5" creationId="{69AF384A-8415-45AF-A5A7-FDF08FFD18B9}"/>
          </ac:picMkLst>
        </pc:picChg>
        <pc:picChg chg="add mod">
          <ac:chgData name="Dorian Bucchiotty" userId="27e4bbf8dde59229" providerId="LiveId" clId="{38A32AD8-B2A3-4BBE-9583-640B4AA8C69E}" dt="2022-02-28T12:50:23.308" v="555" actId="1076"/>
          <ac:picMkLst>
            <pc:docMk/>
            <pc:sldMk cId="2015187942" sldId="273"/>
            <ac:picMk id="7" creationId="{C8A0E8EE-83FF-4412-959D-3182FD3EA44A}"/>
          </ac:picMkLst>
        </pc:picChg>
      </pc:sldChg>
      <pc:sldChg chg="addSp delSp modSp add mod">
        <pc:chgData name="Dorian Bucchiotty" userId="27e4bbf8dde59229" providerId="LiveId" clId="{38A32AD8-B2A3-4BBE-9583-640B4AA8C69E}" dt="2022-02-21T14:41:51.373" v="548" actId="1076"/>
        <pc:sldMkLst>
          <pc:docMk/>
          <pc:sldMk cId="4093132745" sldId="274"/>
        </pc:sldMkLst>
        <pc:spChg chg="mod">
          <ac:chgData name="Dorian Bucchiotty" userId="27e4bbf8dde59229" providerId="LiveId" clId="{38A32AD8-B2A3-4BBE-9583-640B4AA8C69E}" dt="2022-02-21T14:12:07.695" v="299" actId="20577"/>
          <ac:spMkLst>
            <pc:docMk/>
            <pc:sldMk cId="4093132745" sldId="274"/>
            <ac:spMk id="2" creationId="{88BBAFD7-A1A8-4A68-B3CB-279C4D36637F}"/>
          </ac:spMkLst>
        </pc:spChg>
        <pc:spChg chg="add mod">
          <ac:chgData name="Dorian Bucchiotty" userId="27e4bbf8dde59229" providerId="LiveId" clId="{38A32AD8-B2A3-4BBE-9583-640B4AA8C69E}" dt="2022-02-21T14:41:51.373" v="548" actId="1076"/>
          <ac:spMkLst>
            <pc:docMk/>
            <pc:sldMk cId="4093132745" sldId="274"/>
            <ac:spMk id="3" creationId="{30BEC7A2-E208-45AE-94C9-A430B0112235}"/>
          </ac:spMkLst>
        </pc:spChg>
        <pc:spChg chg="del">
          <ac:chgData name="Dorian Bucchiotty" userId="27e4bbf8dde59229" providerId="LiveId" clId="{38A32AD8-B2A3-4BBE-9583-640B4AA8C69E}" dt="2022-02-21T14:12:12.947" v="301" actId="478"/>
          <ac:spMkLst>
            <pc:docMk/>
            <pc:sldMk cId="4093132745" sldId="274"/>
            <ac:spMk id="6" creationId="{CBC91741-ADA9-4DD8-9D31-D9FE283D7BAB}"/>
          </ac:spMkLst>
        </pc:spChg>
        <pc:picChg chg="del">
          <ac:chgData name="Dorian Bucchiotty" userId="27e4bbf8dde59229" providerId="LiveId" clId="{38A32AD8-B2A3-4BBE-9583-640B4AA8C69E}" dt="2022-02-21T14:12:09.854" v="300" actId="478"/>
          <ac:picMkLst>
            <pc:docMk/>
            <pc:sldMk cId="4093132745" sldId="274"/>
            <ac:picMk id="5" creationId="{69AF384A-8415-45AF-A5A7-FDF08FFD18B9}"/>
          </ac:picMkLst>
        </pc:picChg>
      </pc:sldChg>
      <pc:sldChg chg="delSp modSp add del mod">
        <pc:chgData name="Dorian Bucchiotty" userId="27e4bbf8dde59229" providerId="LiveId" clId="{38A32AD8-B2A3-4BBE-9583-640B4AA8C69E}" dt="2022-02-21T14:25:38.323" v="502" actId="1076"/>
        <pc:sldMkLst>
          <pc:docMk/>
          <pc:sldMk cId="2427684117" sldId="275"/>
        </pc:sldMkLst>
        <pc:spChg chg="mod">
          <ac:chgData name="Dorian Bucchiotty" userId="27e4bbf8dde59229" providerId="LiveId" clId="{38A32AD8-B2A3-4BBE-9583-640B4AA8C69E}" dt="2022-02-21T14:25:38.323" v="502" actId="1076"/>
          <ac:spMkLst>
            <pc:docMk/>
            <pc:sldMk cId="2427684117" sldId="275"/>
            <ac:spMk id="2" creationId="{88BBAFD7-A1A8-4A68-B3CB-279C4D36637F}"/>
          </ac:spMkLst>
        </pc:spChg>
        <pc:graphicFrameChg chg="del modGraphic">
          <ac:chgData name="Dorian Bucchiotty" userId="27e4bbf8dde59229" providerId="LiveId" clId="{38A32AD8-B2A3-4BBE-9583-640B4AA8C69E}" dt="2022-02-21T14:24:23.759" v="444" actId="478"/>
          <ac:graphicFrameMkLst>
            <pc:docMk/>
            <pc:sldMk cId="2427684117" sldId="275"/>
            <ac:graphicFrameMk id="5" creationId="{AF6584E1-D2AD-4FB7-84BE-A83361506143}"/>
          </ac:graphicFrameMkLst>
        </pc:graphicFrameChg>
      </pc:sldChg>
      <pc:sldChg chg="modSp add mod">
        <pc:chgData name="Dorian Bucchiotty" userId="27e4bbf8dde59229" providerId="LiveId" clId="{38A32AD8-B2A3-4BBE-9583-640B4AA8C69E}" dt="2022-02-21T14:25:29.879" v="500" actId="1076"/>
        <pc:sldMkLst>
          <pc:docMk/>
          <pc:sldMk cId="33897597" sldId="276"/>
        </pc:sldMkLst>
        <pc:spChg chg="mod">
          <ac:chgData name="Dorian Bucchiotty" userId="27e4bbf8dde59229" providerId="LiveId" clId="{38A32AD8-B2A3-4BBE-9583-640B4AA8C69E}" dt="2022-02-21T14:25:29.879" v="500" actId="1076"/>
          <ac:spMkLst>
            <pc:docMk/>
            <pc:sldMk cId="33897597" sldId="276"/>
            <ac:spMk id="2" creationId="{88BBAFD7-A1A8-4A68-B3CB-279C4D36637F}"/>
          </ac:spMkLst>
        </pc:spChg>
      </pc:sldChg>
      <pc:sldChg chg="modSp add mod">
        <pc:chgData name="Dorian Bucchiotty" userId="27e4bbf8dde59229" providerId="LiveId" clId="{38A32AD8-B2A3-4BBE-9583-640B4AA8C69E}" dt="2022-02-21T14:38:34.608" v="536" actId="20577"/>
        <pc:sldMkLst>
          <pc:docMk/>
          <pc:sldMk cId="969172714" sldId="277"/>
        </pc:sldMkLst>
        <pc:spChg chg="mod">
          <ac:chgData name="Dorian Bucchiotty" userId="27e4bbf8dde59229" providerId="LiveId" clId="{38A32AD8-B2A3-4BBE-9583-640B4AA8C69E}" dt="2022-02-21T14:38:34.608" v="536" actId="20577"/>
          <ac:spMkLst>
            <pc:docMk/>
            <pc:sldMk cId="969172714" sldId="277"/>
            <ac:spMk id="2" creationId="{88BBAFD7-A1A8-4A68-B3CB-279C4D36637F}"/>
          </ac:spMkLst>
        </pc:spChg>
      </pc:sldChg>
      <pc:sldChg chg="modSp add mod">
        <pc:chgData name="Dorian Bucchiotty" userId="27e4bbf8dde59229" providerId="LiveId" clId="{38A32AD8-B2A3-4BBE-9583-640B4AA8C69E}" dt="2022-02-28T13:06:29.638" v="582" actId="20577"/>
        <pc:sldMkLst>
          <pc:docMk/>
          <pc:sldMk cId="632426035" sldId="278"/>
        </pc:sldMkLst>
        <pc:spChg chg="mod">
          <ac:chgData name="Dorian Bucchiotty" userId="27e4bbf8dde59229" providerId="LiveId" clId="{38A32AD8-B2A3-4BBE-9583-640B4AA8C69E}" dt="2022-02-28T13:06:29.638" v="582" actId="20577"/>
          <ac:spMkLst>
            <pc:docMk/>
            <pc:sldMk cId="632426035" sldId="278"/>
            <ac:spMk id="2" creationId="{88BBAFD7-A1A8-4A68-B3CB-279C4D36637F}"/>
          </ac:spMkLst>
        </pc:spChg>
      </pc:sldChg>
      <pc:sldChg chg="new del">
        <pc:chgData name="Dorian Bucchiotty" userId="27e4bbf8dde59229" providerId="LiveId" clId="{38A32AD8-B2A3-4BBE-9583-640B4AA8C69E}" dt="2022-02-28T13:06:19.723" v="561" actId="680"/>
        <pc:sldMkLst>
          <pc:docMk/>
          <pc:sldMk cId="3560868428" sldId="278"/>
        </pc:sldMkLst>
      </pc:sldChg>
    </pc:docChg>
  </pc:docChgLst>
  <pc:docChgLst>
    <pc:chgData name="Dorian Bucchiotty" userId="27e4bbf8dde59229" providerId="LiveId" clId="{F5AB1BA8-9255-4712-8924-1737B56B6B0A}"/>
    <pc:docChg chg="undo redo custSel addSld delSld modSld sldOrd">
      <pc:chgData name="Dorian Bucchiotty" userId="27e4bbf8dde59229" providerId="LiveId" clId="{F5AB1BA8-9255-4712-8924-1737B56B6B0A}" dt="2022-01-29T11:56:05.439" v="127" actId="122"/>
      <pc:docMkLst>
        <pc:docMk/>
      </pc:docMkLst>
      <pc:sldChg chg="del">
        <pc:chgData name="Dorian Bucchiotty" userId="27e4bbf8dde59229" providerId="LiveId" clId="{F5AB1BA8-9255-4712-8924-1737B56B6B0A}" dt="2022-01-29T11:53:24.614" v="82" actId="2696"/>
        <pc:sldMkLst>
          <pc:docMk/>
          <pc:sldMk cId="4075530605" sldId="258"/>
        </pc:sldMkLst>
      </pc:sldChg>
      <pc:sldChg chg="addSp modSp mod setBg">
        <pc:chgData name="Dorian Bucchiotty" userId="27e4bbf8dde59229" providerId="LiveId" clId="{F5AB1BA8-9255-4712-8924-1737B56B6B0A}" dt="2022-01-29T11:50:32.049" v="81" actId="20577"/>
        <pc:sldMkLst>
          <pc:docMk/>
          <pc:sldMk cId="1630199345" sldId="266"/>
        </pc:sldMkLst>
        <pc:spChg chg="mod">
          <ac:chgData name="Dorian Bucchiotty" userId="27e4bbf8dde59229" providerId="LiveId" clId="{F5AB1BA8-9255-4712-8924-1737B56B6B0A}" dt="2022-01-29T11:50:32.049" v="81" actId="20577"/>
          <ac:spMkLst>
            <pc:docMk/>
            <pc:sldMk cId="1630199345" sldId="266"/>
            <ac:spMk id="4" creationId="{00000000-0000-0000-0000-000000000000}"/>
          </ac:spMkLst>
        </pc:spChg>
        <pc:spChg chg="add">
          <ac:chgData name="Dorian Bucchiotty" userId="27e4bbf8dde59229" providerId="LiveId" clId="{F5AB1BA8-9255-4712-8924-1737B56B6B0A}" dt="2022-01-29T11:47:53.906" v="15" actId="26606"/>
          <ac:spMkLst>
            <pc:docMk/>
            <pc:sldMk cId="1630199345" sldId="266"/>
            <ac:spMk id="77" creationId="{7AE95D8F-9825-4222-8846-E3461598CC62}"/>
          </ac:spMkLst>
        </pc:spChg>
        <pc:picChg chg="add mod">
          <ac:chgData name="Dorian Bucchiotty" userId="27e4bbf8dde59229" providerId="LiveId" clId="{F5AB1BA8-9255-4712-8924-1737B56B6B0A}" dt="2022-01-29T11:48:51.575" v="21" actId="1076"/>
          <ac:picMkLst>
            <pc:docMk/>
            <pc:sldMk cId="1630199345" sldId="266"/>
            <ac:picMk id="2" creationId="{CC9F4859-A348-450E-B019-75AE1FE999F7}"/>
          </ac:picMkLst>
        </pc:picChg>
        <pc:picChg chg="add mod ord">
          <ac:chgData name="Dorian Bucchiotty" userId="27e4bbf8dde59229" providerId="LiveId" clId="{F5AB1BA8-9255-4712-8924-1737B56B6B0A}" dt="2022-01-29T11:48:53.705" v="22" actId="1076"/>
          <ac:picMkLst>
            <pc:docMk/>
            <pc:sldMk cId="1630199345" sldId="266"/>
            <ac:picMk id="1026" creationId="{4E89E7D1-3FF2-4FDC-9B6C-780F8E60BC10}"/>
          </ac:picMkLst>
        </pc:picChg>
        <pc:picChg chg="add mod">
          <ac:chgData name="Dorian Bucchiotty" userId="27e4bbf8dde59229" providerId="LiveId" clId="{F5AB1BA8-9255-4712-8924-1737B56B6B0A}" dt="2022-01-29T11:47:53.906" v="15" actId="26606"/>
          <ac:picMkLst>
            <pc:docMk/>
            <pc:sldMk cId="1630199345" sldId="266"/>
            <ac:picMk id="1028" creationId="{FFF2B233-01E6-402E-B6E8-648576A8B70D}"/>
          </ac:picMkLst>
        </pc:picChg>
        <pc:picChg chg="add mod ord">
          <ac:chgData name="Dorian Bucchiotty" userId="27e4bbf8dde59229" providerId="LiveId" clId="{F5AB1BA8-9255-4712-8924-1737B56B6B0A}" dt="2022-01-29T11:48:24.401" v="17" actId="1076"/>
          <ac:picMkLst>
            <pc:docMk/>
            <pc:sldMk cId="1630199345" sldId="266"/>
            <ac:picMk id="1030" creationId="{EA9B454E-B5AD-4BB5-93B3-5C72C3D4D719}"/>
          </ac:picMkLst>
        </pc:picChg>
        <pc:cxnChg chg="add">
          <ac:chgData name="Dorian Bucchiotty" userId="27e4bbf8dde59229" providerId="LiveId" clId="{F5AB1BA8-9255-4712-8924-1737B56B6B0A}" dt="2022-01-29T11:47:53.906" v="15" actId="26606"/>
          <ac:cxnSpMkLst>
            <pc:docMk/>
            <pc:sldMk cId="1630199345" sldId="266"/>
            <ac:cxnSpMk id="75" creationId="{DFDA47BC-3069-47F5-8257-24B3B1F76A08}"/>
          </ac:cxnSpMkLst>
        </pc:cxnChg>
        <pc:cxnChg chg="add">
          <ac:chgData name="Dorian Bucchiotty" userId="27e4bbf8dde59229" providerId="LiveId" clId="{F5AB1BA8-9255-4712-8924-1737B56B6B0A}" dt="2022-01-29T11:47:53.906" v="15" actId="26606"/>
          <ac:cxnSpMkLst>
            <pc:docMk/>
            <pc:sldMk cId="1630199345" sldId="266"/>
            <ac:cxnSpMk id="79" creationId="{942B920A-73AD-402A-8EEF-B88E1A9398B8}"/>
          </ac:cxnSpMkLst>
        </pc:cxnChg>
        <pc:cxnChg chg="add">
          <ac:chgData name="Dorian Bucchiotty" userId="27e4bbf8dde59229" providerId="LiveId" clId="{F5AB1BA8-9255-4712-8924-1737B56B6B0A}" dt="2022-01-29T11:47:53.906" v="15" actId="26606"/>
          <ac:cxnSpMkLst>
            <pc:docMk/>
            <pc:sldMk cId="1630199345" sldId="266"/>
            <ac:cxnSpMk id="81" creationId="{00C9EB70-BC82-414A-BF8D-AD7FC6727616}"/>
          </ac:cxnSpMkLst>
        </pc:cxnChg>
        <pc:cxnChg chg="add">
          <ac:chgData name="Dorian Bucchiotty" userId="27e4bbf8dde59229" providerId="LiveId" clId="{F5AB1BA8-9255-4712-8924-1737B56B6B0A}" dt="2022-01-29T11:47:53.906" v="15" actId="26606"/>
          <ac:cxnSpMkLst>
            <pc:docMk/>
            <pc:sldMk cId="1630199345" sldId="266"/>
            <ac:cxnSpMk id="83" creationId="{3217665F-0036-444A-8D4A-33AF36A36A42}"/>
          </ac:cxnSpMkLst>
        </pc:cxnChg>
      </pc:sldChg>
      <pc:sldChg chg="addSp delSp modSp add mod ord">
        <pc:chgData name="Dorian Bucchiotty" userId="27e4bbf8dde59229" providerId="LiveId" clId="{F5AB1BA8-9255-4712-8924-1737B56B6B0A}" dt="2022-01-29T11:56:05.439" v="127" actId="122"/>
        <pc:sldMkLst>
          <pc:docMk/>
          <pc:sldMk cId="2533103453" sldId="269"/>
        </pc:sldMkLst>
        <pc:spChg chg="add mod">
          <ac:chgData name="Dorian Bucchiotty" userId="27e4bbf8dde59229" providerId="LiveId" clId="{F5AB1BA8-9255-4712-8924-1737B56B6B0A}" dt="2022-01-29T11:56:05.439" v="127" actId="122"/>
          <ac:spMkLst>
            <pc:docMk/>
            <pc:sldMk cId="2533103453" sldId="269"/>
            <ac:spMk id="2" creationId="{88BBAFD7-A1A8-4A68-B3CB-279C4D36637F}"/>
          </ac:spMkLst>
        </pc:spChg>
        <pc:picChg chg="del">
          <ac:chgData name="Dorian Bucchiotty" userId="27e4bbf8dde59229" providerId="LiveId" clId="{F5AB1BA8-9255-4712-8924-1737B56B6B0A}" dt="2022-01-29T11:53:34.780" v="86" actId="478"/>
          <ac:picMkLst>
            <pc:docMk/>
            <pc:sldMk cId="2533103453" sldId="269"/>
            <ac:picMk id="5" creationId="{00000000-0000-0000-0000-000000000000}"/>
          </ac:picMkLst>
        </pc:picChg>
      </pc:sldChg>
    </pc:docChg>
  </pc:docChgLst>
  <pc:docChgLst>
    <pc:chgData name="Dorian Bucchiotty" userId="27e4bbf8dde59229" providerId="LiveId" clId="{BA9D83D9-976A-41AA-BDFF-6542CE618C36}"/>
    <pc:docChg chg="undo custSel addSld modSld">
      <pc:chgData name="Dorian Bucchiotty" userId="27e4bbf8dde59229" providerId="LiveId" clId="{BA9D83D9-976A-41AA-BDFF-6542CE618C36}" dt="2022-03-22T09:10:23.398" v="67" actId="1076"/>
      <pc:docMkLst>
        <pc:docMk/>
      </pc:docMkLst>
      <pc:sldChg chg="modSp mod">
        <pc:chgData name="Dorian Bucchiotty" userId="27e4bbf8dde59229" providerId="LiveId" clId="{BA9D83D9-976A-41AA-BDFF-6542CE618C36}" dt="2022-03-22T09:06:20.260" v="53" actId="20577"/>
        <pc:sldMkLst>
          <pc:docMk/>
          <pc:sldMk cId="3701059497" sldId="282"/>
        </pc:sldMkLst>
        <pc:spChg chg="mod">
          <ac:chgData name="Dorian Bucchiotty" userId="27e4bbf8dde59229" providerId="LiveId" clId="{BA9D83D9-976A-41AA-BDFF-6542CE618C36}" dt="2022-03-22T09:06:20.260" v="53" actId="20577"/>
          <ac:spMkLst>
            <pc:docMk/>
            <pc:sldMk cId="3701059497" sldId="282"/>
            <ac:spMk id="4" creationId="{30BEC7A2-E208-45AE-94C9-A430B0112235}"/>
          </ac:spMkLst>
        </pc:spChg>
      </pc:sldChg>
      <pc:sldChg chg="addSp delSp modSp add mod">
        <pc:chgData name="Dorian Bucchiotty" userId="27e4bbf8dde59229" providerId="LiveId" clId="{BA9D83D9-976A-41AA-BDFF-6542CE618C36}" dt="2022-03-21T13:37:02.718" v="20" actId="1076"/>
        <pc:sldMkLst>
          <pc:docMk/>
          <pc:sldMk cId="1267838370" sldId="284"/>
        </pc:sldMkLst>
        <pc:spChg chg="mod">
          <ac:chgData name="Dorian Bucchiotty" userId="27e4bbf8dde59229" providerId="LiveId" clId="{BA9D83D9-976A-41AA-BDFF-6542CE618C36}" dt="2022-03-21T13:37:02.718" v="20" actId="1076"/>
          <ac:spMkLst>
            <pc:docMk/>
            <pc:sldMk cId="1267838370" sldId="284"/>
            <ac:spMk id="3" creationId="{88BBAFD7-A1A8-4A68-B3CB-279C4D36637F}"/>
          </ac:spMkLst>
        </pc:spChg>
        <pc:spChg chg="del mod">
          <ac:chgData name="Dorian Bucchiotty" userId="27e4bbf8dde59229" providerId="LiveId" clId="{BA9D83D9-976A-41AA-BDFF-6542CE618C36}" dt="2022-03-15T07:18:05.190" v="6"/>
          <ac:spMkLst>
            <pc:docMk/>
            <pc:sldMk cId="1267838370" sldId="284"/>
            <ac:spMk id="4" creationId="{30BEC7A2-E208-45AE-94C9-A430B0112235}"/>
          </ac:spMkLst>
        </pc:spChg>
        <pc:picChg chg="add mod">
          <ac:chgData name="Dorian Bucchiotty" userId="27e4bbf8dde59229" providerId="LiveId" clId="{BA9D83D9-976A-41AA-BDFF-6542CE618C36}" dt="2022-03-21T13:36:55.851" v="19" actId="1076"/>
          <ac:picMkLst>
            <pc:docMk/>
            <pc:sldMk cId="1267838370" sldId="284"/>
            <ac:picMk id="4" creationId="{600EC237-CCEE-454E-A7FB-7E6DAA149C79}"/>
          </ac:picMkLst>
        </pc:picChg>
        <pc:picChg chg="add del mod">
          <ac:chgData name="Dorian Bucchiotty" userId="27e4bbf8dde59229" providerId="LiveId" clId="{BA9D83D9-976A-41AA-BDFF-6542CE618C36}" dt="2022-03-21T13:36:29.541" v="14" actId="478"/>
          <ac:picMkLst>
            <pc:docMk/>
            <pc:sldMk cId="1267838370" sldId="284"/>
            <ac:picMk id="5" creationId="{2F5824E9-2B7B-4B7F-A897-12BAC3EFDCC2}"/>
          </ac:picMkLst>
        </pc:picChg>
      </pc:sldChg>
      <pc:sldChg chg="addSp delSp modSp add mod">
        <pc:chgData name="Dorian Bucchiotty" userId="27e4bbf8dde59229" providerId="LiveId" clId="{BA9D83D9-976A-41AA-BDFF-6542CE618C36}" dt="2022-03-22T09:10:23.398" v="67" actId="1076"/>
        <pc:sldMkLst>
          <pc:docMk/>
          <pc:sldMk cId="4153991050" sldId="285"/>
        </pc:sldMkLst>
        <pc:spChg chg="mod">
          <ac:chgData name="Dorian Bucchiotty" userId="27e4bbf8dde59229" providerId="LiveId" clId="{BA9D83D9-976A-41AA-BDFF-6542CE618C36}" dt="2022-03-22T09:05:04.832" v="32" actId="20577"/>
          <ac:spMkLst>
            <pc:docMk/>
            <pc:sldMk cId="4153991050" sldId="285"/>
            <ac:spMk id="3" creationId="{88BBAFD7-A1A8-4A68-B3CB-279C4D36637F}"/>
          </ac:spMkLst>
        </pc:spChg>
        <pc:picChg chg="del">
          <ac:chgData name="Dorian Bucchiotty" userId="27e4bbf8dde59229" providerId="LiveId" clId="{BA9D83D9-976A-41AA-BDFF-6542CE618C36}" dt="2022-03-22T09:04:40.413" v="22" actId="478"/>
          <ac:picMkLst>
            <pc:docMk/>
            <pc:sldMk cId="4153991050" sldId="285"/>
            <ac:picMk id="4" creationId="{600EC237-CCEE-454E-A7FB-7E6DAA149C79}"/>
          </ac:picMkLst>
        </pc:picChg>
        <pc:picChg chg="add mod">
          <ac:chgData name="Dorian Bucchiotty" userId="27e4bbf8dde59229" providerId="LiveId" clId="{BA9D83D9-976A-41AA-BDFF-6542CE618C36}" dt="2022-03-22T09:10:23.398" v="67" actId="1076"/>
          <ac:picMkLst>
            <pc:docMk/>
            <pc:sldMk cId="4153991050" sldId="285"/>
            <ac:picMk id="5" creationId="{BB3F806B-E2F9-4FE4-998C-2F67B3F65998}"/>
          </ac:picMkLst>
        </pc:picChg>
      </pc:sldChg>
      <pc:sldChg chg="addSp modSp add mod">
        <pc:chgData name="Dorian Bucchiotty" userId="27e4bbf8dde59229" providerId="LiveId" clId="{BA9D83D9-976A-41AA-BDFF-6542CE618C36}" dt="2022-03-22T09:10:08.616" v="65" actId="1076"/>
        <pc:sldMkLst>
          <pc:docMk/>
          <pc:sldMk cId="3930146866" sldId="286"/>
        </pc:sldMkLst>
        <pc:picChg chg="add mod">
          <ac:chgData name="Dorian Bucchiotty" userId="27e4bbf8dde59229" providerId="LiveId" clId="{BA9D83D9-976A-41AA-BDFF-6542CE618C36}" dt="2022-03-22T09:10:08.616" v="65" actId="1076"/>
          <ac:picMkLst>
            <pc:docMk/>
            <pc:sldMk cId="3930146866" sldId="286"/>
            <ac:picMk id="4" creationId="{E753A5D4-C4B4-4A85-A4CA-07FD5D391B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51855-272F-4D95-9BC3-13B98EF1E1CF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14E57-4A39-40F3-97E1-13E9932266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489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14E57-4A39-40F3-97E1-13E99322661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39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58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666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994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83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73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53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9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69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04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94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89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5BCCE-8287-4941-8B1B-C0C531407570}" type="datetimeFigureOut">
              <a:rPr lang="fr-FR" smtClean="0"/>
              <a:t>18/05/2022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582FC-4B6B-495E-B40D-EB923C6F4F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26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8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B5D2EC">
                <a:lumMod val="88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type="subTitle" idx="1"/>
          </p:nvPr>
        </p:nvSpPr>
        <p:spPr>
          <a:xfrm>
            <a:off x="0" y="271463"/>
            <a:ext cx="12192000" cy="6858000"/>
          </a:xfrm>
        </p:spPr>
        <p:txBody>
          <a:bodyPr>
            <a:noAutofit/>
          </a:bodyPr>
          <a:lstStyle/>
          <a:p>
            <a:endParaRPr lang="fr-FR" sz="5400" u="sng" dirty="0"/>
          </a:p>
          <a:p>
            <a:endParaRPr lang="fr-FR" sz="5400" u="sng" dirty="0"/>
          </a:p>
          <a:p>
            <a:r>
              <a:rPr lang="fr-FR" sz="5400" u="sng" dirty="0"/>
              <a:t>Project of BAC</a:t>
            </a:r>
          </a:p>
          <a:p>
            <a:r>
              <a:rPr lang="fr-FR" sz="3600" u="sng" dirty="0"/>
              <a:t>Auteur :</a:t>
            </a:r>
          </a:p>
          <a:p>
            <a:r>
              <a:rPr lang="fr-FR" sz="3600" u="sng" dirty="0"/>
              <a:t>Part</a:t>
            </a:r>
            <a:r>
              <a:rPr lang="fr-FR" sz="3600" dirty="0"/>
              <a:t> : </a:t>
            </a:r>
            <a:r>
              <a:rPr lang="fr-FR" sz="3200" dirty="0"/>
              <a:t>Dorian Bucchiotty</a:t>
            </a:r>
            <a:endParaRPr lang="fr-FR" sz="3600" u="sng" dirty="0"/>
          </a:p>
        </p:txBody>
      </p:sp>
    </p:spTree>
    <p:extLst>
      <p:ext uri="{BB962C8B-B14F-4D97-AF65-F5344CB8AC3E}">
        <p14:creationId xmlns:p14="http://schemas.microsoft.com/office/powerpoint/2010/main" val="158919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1">
                <a:lumMod val="45000"/>
                <a:lumOff val="55000"/>
              </a:schemeClr>
            </a:gs>
            <a:gs pos="840">
              <a:schemeClr val="accent1">
                <a:lumMod val="56000"/>
                <a:lumOff val="44000"/>
              </a:schemeClr>
            </a:gs>
            <a:gs pos="25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Project of Escape Games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The </a:t>
            </a:r>
            <a:r>
              <a:rPr lang="fr-FR" dirty="0" err="1"/>
              <a:t>theme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on </a:t>
            </a:r>
            <a:r>
              <a:rPr lang="fr-FR" dirty="0" err="1"/>
              <a:t>futuristic</a:t>
            </a:r>
            <a:r>
              <a:rPr lang="fr-FR" dirty="0"/>
              <a:t> </a:t>
            </a:r>
            <a:r>
              <a:rPr lang="fr-FR" dirty="0" err="1"/>
              <a:t>spaceship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The </a:t>
            </a:r>
            <a:r>
              <a:rPr lang="fr-FR" dirty="0" err="1"/>
              <a:t>game</a:t>
            </a:r>
            <a:r>
              <a:rPr lang="fr-FR" dirty="0"/>
              <a:t> in the room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are </a:t>
            </a:r>
            <a:r>
              <a:rPr lang="fr-FR" dirty="0" err="1"/>
              <a:t>many</a:t>
            </a:r>
            <a:r>
              <a:rPr lang="fr-FR" dirty="0"/>
              <a:t> puzzles.</a:t>
            </a:r>
          </a:p>
          <a:p>
            <a:pPr marL="0" indent="0">
              <a:buNone/>
            </a:pPr>
            <a:r>
              <a:rPr lang="fr-FR" dirty="0"/>
              <a:t>The puzzles serve to continu on </a:t>
            </a:r>
            <a:r>
              <a:rPr lang="fr-FR" dirty="0" err="1"/>
              <a:t>others</a:t>
            </a:r>
            <a:r>
              <a:rPr lang="fr-FR" dirty="0"/>
              <a:t> puzzles for finish the </a:t>
            </a:r>
            <a:r>
              <a:rPr lang="fr-FR" dirty="0" err="1"/>
              <a:t>game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2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1">
                <a:lumMod val="45000"/>
                <a:lumOff val="55000"/>
              </a:schemeClr>
            </a:gs>
            <a:gs pos="840">
              <a:schemeClr val="accent1">
                <a:lumMod val="56000"/>
                <a:lumOff val="44000"/>
              </a:schemeClr>
            </a:gs>
            <a:gs pos="25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Contents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57549" y="2506662"/>
            <a:ext cx="5676901" cy="4351338"/>
          </a:xfrm>
        </p:spPr>
        <p:txBody>
          <a:bodyPr>
            <a:normAutofit/>
          </a:bodyPr>
          <a:lstStyle/>
          <a:p>
            <a:r>
              <a:rPr lang="fr-FR" dirty="0"/>
              <a:t>Diagram of bloc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List of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err="1"/>
              <a:t>Technological</a:t>
            </a:r>
            <a:r>
              <a:rPr lang="fr-FR" sz="2800" dirty="0"/>
              <a:t> solutions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2800" dirty="0"/>
              <a:t>Chain </a:t>
            </a:r>
            <a:r>
              <a:rPr lang="fr-FR" sz="2800" dirty="0" err="1"/>
              <a:t>energy</a:t>
            </a:r>
            <a:endParaRPr lang="fr-FR" sz="2800" dirty="0"/>
          </a:p>
          <a:p>
            <a:pPr marL="0" lvl="0" indent="0">
              <a:lnSpc>
                <a:spcPct val="107000"/>
              </a:lnSpc>
              <a:buNone/>
            </a:pPr>
            <a:endParaRPr lang="fr-FR" sz="280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6ABDE4E-A248-40AC-8C56-6768FD108C0B}"/>
              </a:ext>
            </a:extLst>
          </p:cNvPr>
          <p:cNvSpPr txBox="1">
            <a:spLocks/>
          </p:cNvSpPr>
          <p:nvPr/>
        </p:nvSpPr>
        <p:spPr>
          <a:xfrm>
            <a:off x="3257549" y="1543049"/>
            <a:ext cx="5676901" cy="55562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600" dirty="0"/>
              <a:t>First part</a:t>
            </a:r>
          </a:p>
        </p:txBody>
      </p:sp>
    </p:spTree>
    <p:extLst>
      <p:ext uri="{BB962C8B-B14F-4D97-AF65-F5344CB8AC3E}">
        <p14:creationId xmlns:p14="http://schemas.microsoft.com/office/powerpoint/2010/main" val="248201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8000">
              <a:schemeClr val="accent1">
                <a:lumMod val="45000"/>
                <a:lumOff val="55000"/>
              </a:schemeClr>
            </a:gs>
            <a:gs pos="0">
              <a:schemeClr val="accent1">
                <a:lumMod val="52000"/>
                <a:lumOff val="48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endParaRPr lang="fr-FR" sz="4400" dirty="0"/>
          </a:p>
          <a:p>
            <a:r>
              <a:rPr lang="fr-FR" sz="4400" dirty="0"/>
              <a:t>Diagram of bloc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1007"/>
            <a:ext cx="12192000" cy="336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2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8BBAFD7-A1A8-4A68-B3CB-279C4D36637F}"/>
              </a:ext>
            </a:extLst>
          </p:cNvPr>
          <p:cNvSpPr txBox="1"/>
          <p:nvPr/>
        </p:nvSpPr>
        <p:spPr>
          <a:xfrm>
            <a:off x="3111137" y="560338"/>
            <a:ext cx="5969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/>
              <a:t>List of components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8A0E8EE-83FF-4412-959D-3182FD3EA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397" y="1329779"/>
            <a:ext cx="9233205" cy="523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8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8BBAFD7-A1A8-4A68-B3CB-279C4D36637F}"/>
              </a:ext>
            </a:extLst>
          </p:cNvPr>
          <p:cNvSpPr txBox="1"/>
          <p:nvPr/>
        </p:nvSpPr>
        <p:spPr>
          <a:xfrm>
            <a:off x="3111137" y="601525"/>
            <a:ext cx="5969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 err="1"/>
              <a:t>Technological</a:t>
            </a:r>
            <a:r>
              <a:rPr lang="fr-FR" sz="4400" dirty="0"/>
              <a:t> solutions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F6584E1-D2AD-4FB7-84BE-A83361506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030594"/>
              </p:ext>
            </p:extLst>
          </p:nvPr>
        </p:nvGraphicFramePr>
        <p:xfrm>
          <a:off x="2032000" y="166195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41004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133914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108399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88885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400"/>
                        </a:spcAft>
                      </a:pPr>
                      <a:r>
                        <a:rPr lang="fr-FR" sz="18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Code enter system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Keyboard to code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Potentiomètre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Keyboard Tactile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47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Cheap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Playful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cheap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Modern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688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Disadvantage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Difficult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</a:t>
                      </a: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install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Expensive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6713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Adapt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7724032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13BF667-E726-487A-8D1C-458050746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949584"/>
              </p:ext>
            </p:extLst>
          </p:nvPr>
        </p:nvGraphicFramePr>
        <p:xfrm>
          <a:off x="2032000" y="3791903"/>
          <a:ext cx="8128000" cy="18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81095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07973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659750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73551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Lock system for </a:t>
                      </a: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chests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Lock </a:t>
                      </a: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electronic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Lock system </a:t>
                      </a: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Servomotosr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Mechanical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lock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90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Reliable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Cheap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Simple pas chère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839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Disadvantage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Expensive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Difficult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</a:t>
                      </a: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install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suitable for the project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8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Adapt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1411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85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73000"/>
                <a:lumOff val="27000"/>
              </a:schemeClr>
            </a:gs>
            <a:gs pos="0">
              <a:schemeClr val="accent1">
                <a:lumMod val="45000"/>
                <a:lumOff val="5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8BBAFD7-A1A8-4A68-B3CB-279C4D36637F}"/>
              </a:ext>
            </a:extLst>
          </p:cNvPr>
          <p:cNvSpPr txBox="1"/>
          <p:nvPr/>
        </p:nvSpPr>
        <p:spPr>
          <a:xfrm>
            <a:off x="3111137" y="601525"/>
            <a:ext cx="5969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 err="1"/>
              <a:t>Technological</a:t>
            </a:r>
            <a:r>
              <a:rPr lang="fr-FR" sz="4400" dirty="0"/>
              <a:t> solutions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F6584E1-D2AD-4FB7-84BE-A83361506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345053"/>
              </p:ext>
            </p:extLst>
          </p:nvPr>
        </p:nvGraphicFramePr>
        <p:xfrm>
          <a:off x="2032000" y="1590040"/>
          <a:ext cx="8128000" cy="18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41004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133914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108399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88885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Connect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of system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Wifi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47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Advantage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Slow and high distance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Cheap and fast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688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Disadvantage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Expensive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Short distance and </a:t>
                      </a: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expensive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Imposing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6713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Adapt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: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772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16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83000">
              <a:schemeClr val="accent1">
                <a:lumMod val="61000"/>
                <a:lumOff val="39000"/>
              </a:schemeClr>
            </a:gs>
            <a:gs pos="0">
              <a:schemeClr val="accent1">
                <a:lumMod val="54000"/>
                <a:lumOff val="46000"/>
              </a:schemeClr>
            </a:gs>
            <a:gs pos="100000">
              <a:schemeClr val="accent1">
                <a:lumMod val="36000"/>
                <a:lumOff val="64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8BBAFD7-A1A8-4A68-B3CB-279C4D36637F}"/>
              </a:ext>
            </a:extLst>
          </p:cNvPr>
          <p:cNvSpPr txBox="1"/>
          <p:nvPr/>
        </p:nvSpPr>
        <p:spPr>
          <a:xfrm>
            <a:off x="2193304" y="685931"/>
            <a:ext cx="7805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/>
              <a:t>Chain </a:t>
            </a:r>
            <a:r>
              <a:rPr lang="fr-FR" sz="4400" dirty="0" err="1"/>
              <a:t>energy</a:t>
            </a:r>
            <a:endParaRPr lang="fr-FR" sz="44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994730" y="3364308"/>
            <a:ext cx="1953491" cy="62345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à coins arrondis 4"/>
          <p:cNvSpPr/>
          <p:nvPr/>
        </p:nvSpPr>
        <p:spPr>
          <a:xfrm>
            <a:off x="3835738" y="3364308"/>
            <a:ext cx="1953491" cy="62345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à coins arrondis 5"/>
          <p:cNvSpPr/>
          <p:nvPr/>
        </p:nvSpPr>
        <p:spPr>
          <a:xfrm>
            <a:off x="6676747" y="3364308"/>
            <a:ext cx="1952687" cy="62345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à coins arrondis 6"/>
          <p:cNvSpPr/>
          <p:nvPr/>
        </p:nvSpPr>
        <p:spPr>
          <a:xfrm>
            <a:off x="9444617" y="3364308"/>
            <a:ext cx="1953491" cy="62345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Connecteur droit avec flèche 8"/>
          <p:cNvCxnSpPr>
            <a:stCxn id="3" idx="3"/>
            <a:endCxn id="5" idx="1"/>
          </p:cNvCxnSpPr>
          <p:nvPr/>
        </p:nvCxnSpPr>
        <p:spPr>
          <a:xfrm>
            <a:off x="2948221" y="3676035"/>
            <a:ext cx="8875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5" idx="3"/>
            <a:endCxn id="6" idx="1"/>
          </p:cNvCxnSpPr>
          <p:nvPr/>
        </p:nvCxnSpPr>
        <p:spPr>
          <a:xfrm>
            <a:off x="5789229" y="3676035"/>
            <a:ext cx="887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6" idx="3"/>
            <a:endCxn id="7" idx="1"/>
          </p:cNvCxnSpPr>
          <p:nvPr/>
        </p:nvCxnSpPr>
        <p:spPr>
          <a:xfrm>
            <a:off x="8629434" y="3676035"/>
            <a:ext cx="815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994730" y="3491369"/>
            <a:ext cx="19534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Power</a:t>
            </a:r>
            <a:endParaRPr lang="en-GB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3835738" y="3491369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Distribute</a:t>
            </a:r>
            <a:endParaRPr lang="en-GB" b="1" dirty="0"/>
          </a:p>
        </p:txBody>
      </p:sp>
      <p:sp>
        <p:nvSpPr>
          <p:cNvPr id="23" name="ZoneTexte 22"/>
          <p:cNvSpPr txBox="1"/>
          <p:nvPr/>
        </p:nvSpPr>
        <p:spPr>
          <a:xfrm>
            <a:off x="6675139" y="3491369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Convert</a:t>
            </a:r>
            <a:endParaRPr lang="en-GB" b="1" dirty="0"/>
          </a:p>
        </p:txBody>
      </p:sp>
      <p:sp>
        <p:nvSpPr>
          <p:cNvPr id="24" name="ZoneTexte 23"/>
          <p:cNvSpPr txBox="1"/>
          <p:nvPr/>
        </p:nvSpPr>
        <p:spPr>
          <a:xfrm>
            <a:off x="9443813" y="3491370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Transmit</a:t>
            </a:r>
            <a:endParaRPr lang="en-GB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994730" y="4447508"/>
            <a:ext cx="1953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Prise secteur + transformateur</a:t>
            </a:r>
            <a:endParaRPr lang="en-GB" dirty="0"/>
          </a:p>
        </p:txBody>
      </p:sp>
      <p:sp>
        <p:nvSpPr>
          <p:cNvPr id="26" name="ZoneTexte 25"/>
          <p:cNvSpPr txBox="1"/>
          <p:nvPr/>
        </p:nvSpPr>
        <p:spPr>
          <a:xfrm>
            <a:off x="3952378" y="4586008"/>
            <a:ext cx="171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Carte Arduino</a:t>
            </a:r>
            <a:endParaRPr lang="en-GB" dirty="0"/>
          </a:p>
        </p:txBody>
      </p:sp>
      <p:sp>
        <p:nvSpPr>
          <p:cNvPr id="27" name="ZoneTexte 26"/>
          <p:cNvSpPr txBox="1"/>
          <p:nvPr/>
        </p:nvSpPr>
        <p:spPr>
          <a:xfrm>
            <a:off x="6775139" y="4586008"/>
            <a:ext cx="175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Servomoteur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9516703" y="4586008"/>
            <a:ext cx="182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Réducteur + tige</a:t>
            </a:r>
            <a:endParaRPr lang="en-GB" dirty="0"/>
          </a:p>
        </p:txBody>
      </p:sp>
      <p:sp>
        <p:nvSpPr>
          <p:cNvPr id="29" name="ZoneTexte 28"/>
          <p:cNvSpPr txBox="1"/>
          <p:nvPr/>
        </p:nvSpPr>
        <p:spPr>
          <a:xfrm>
            <a:off x="9635718" y="5029730"/>
            <a:ext cx="1583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/>
              <a:t>For lock and </a:t>
            </a:r>
            <a:r>
              <a:rPr lang="fr-FR" sz="1400" i="1" dirty="0" err="1"/>
              <a:t>unlock</a:t>
            </a:r>
            <a:r>
              <a:rPr lang="fr-FR" sz="1400" i="1" dirty="0"/>
              <a:t> the system</a:t>
            </a:r>
            <a:endParaRPr lang="en-GB" sz="1400" i="1" dirty="0"/>
          </a:p>
        </p:txBody>
      </p:sp>
      <p:cxnSp>
        <p:nvCxnSpPr>
          <p:cNvPr id="31" name="Connecteur droit avec flèche 30"/>
          <p:cNvCxnSpPr>
            <a:stCxn id="28" idx="0"/>
            <a:endCxn id="7" idx="2"/>
          </p:cNvCxnSpPr>
          <p:nvPr/>
        </p:nvCxnSpPr>
        <p:spPr>
          <a:xfrm flipH="1" flipV="1">
            <a:off x="10421363" y="3987762"/>
            <a:ext cx="5989" cy="5982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>
            <a:stCxn id="27" idx="0"/>
            <a:endCxn id="6" idx="2"/>
          </p:cNvCxnSpPr>
          <p:nvPr/>
        </p:nvCxnSpPr>
        <p:spPr>
          <a:xfrm flipV="1">
            <a:off x="7651884" y="3987762"/>
            <a:ext cx="1207" cy="5982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1046336" y="5127601"/>
            <a:ext cx="1850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input 230 V and transformer output 5V</a:t>
            </a:r>
            <a:endParaRPr lang="en-GB" sz="1400" dirty="0"/>
          </a:p>
        </p:txBody>
      </p:sp>
      <p:cxnSp>
        <p:nvCxnSpPr>
          <p:cNvPr id="41" name="Connecteur droit avec flèche 40"/>
          <p:cNvCxnSpPr>
            <a:stCxn id="25" idx="0"/>
            <a:endCxn id="3" idx="2"/>
          </p:cNvCxnSpPr>
          <p:nvPr/>
        </p:nvCxnSpPr>
        <p:spPr>
          <a:xfrm flipV="1">
            <a:off x="1971476" y="3987762"/>
            <a:ext cx="0" cy="4597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>
            <a:stCxn id="26" idx="0"/>
            <a:endCxn id="5" idx="2"/>
          </p:cNvCxnSpPr>
          <p:nvPr/>
        </p:nvCxnSpPr>
        <p:spPr>
          <a:xfrm flipV="1">
            <a:off x="4811680" y="3987762"/>
            <a:ext cx="804" cy="5982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4" name="Rectangle à coins arrondis 43"/>
          <p:cNvSpPr/>
          <p:nvPr/>
        </p:nvSpPr>
        <p:spPr>
          <a:xfrm>
            <a:off x="2706581" y="2424370"/>
            <a:ext cx="1586225" cy="381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ZoneTexte 44"/>
          <p:cNvSpPr txBox="1"/>
          <p:nvPr/>
        </p:nvSpPr>
        <p:spPr>
          <a:xfrm>
            <a:off x="2699593" y="2458285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Energy </a:t>
            </a:r>
            <a:r>
              <a:rPr lang="fr-FR" sz="1400" dirty="0" err="1"/>
              <a:t>electric</a:t>
            </a:r>
            <a:endParaRPr lang="en-GB" sz="1400" dirty="0"/>
          </a:p>
        </p:txBody>
      </p:sp>
      <p:sp>
        <p:nvSpPr>
          <p:cNvPr id="46" name="Rectangle à coins arrondis 45"/>
          <p:cNvSpPr/>
          <p:nvPr/>
        </p:nvSpPr>
        <p:spPr>
          <a:xfrm>
            <a:off x="5379088" y="2390455"/>
            <a:ext cx="1586225" cy="381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ZoneTexte 46"/>
          <p:cNvSpPr txBox="1"/>
          <p:nvPr/>
        </p:nvSpPr>
        <p:spPr>
          <a:xfrm>
            <a:off x="5372100" y="2424370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Energy </a:t>
            </a:r>
            <a:r>
              <a:rPr lang="fr-FR" sz="1400" dirty="0" err="1"/>
              <a:t>electric</a:t>
            </a:r>
            <a:endParaRPr lang="en-GB" sz="1400" dirty="0"/>
          </a:p>
        </p:txBody>
      </p:sp>
      <p:sp>
        <p:nvSpPr>
          <p:cNvPr id="48" name="Rectangle à coins arrondis 47"/>
          <p:cNvSpPr/>
          <p:nvPr/>
        </p:nvSpPr>
        <p:spPr>
          <a:xfrm>
            <a:off x="8252248" y="2393607"/>
            <a:ext cx="1586225" cy="381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ZoneTexte 48"/>
          <p:cNvSpPr txBox="1"/>
          <p:nvPr/>
        </p:nvSpPr>
        <p:spPr>
          <a:xfrm>
            <a:off x="8245260" y="2427522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Energy </a:t>
            </a:r>
            <a:r>
              <a:rPr lang="fr-FR" sz="1400" dirty="0" err="1"/>
              <a:t>mechanical</a:t>
            </a:r>
            <a:endParaRPr lang="en-GB" sz="1400" dirty="0"/>
          </a:p>
        </p:txBody>
      </p:sp>
      <p:cxnSp>
        <p:nvCxnSpPr>
          <p:cNvPr id="51" name="Connecteur droit avec flèche 50"/>
          <p:cNvCxnSpPr>
            <a:stCxn id="44" idx="2"/>
          </p:cNvCxnSpPr>
          <p:nvPr/>
        </p:nvCxnSpPr>
        <p:spPr>
          <a:xfrm flipH="1">
            <a:off x="3499693" y="2805374"/>
            <a:ext cx="1" cy="8706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Connecteur droit avec flèche 52"/>
          <p:cNvCxnSpPr>
            <a:stCxn id="46" idx="2"/>
          </p:cNvCxnSpPr>
          <p:nvPr/>
        </p:nvCxnSpPr>
        <p:spPr>
          <a:xfrm flipH="1">
            <a:off x="6172200" y="2771459"/>
            <a:ext cx="1" cy="9199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onnecteur droit avec flèche 54"/>
          <p:cNvCxnSpPr>
            <a:stCxn id="48" idx="2"/>
          </p:cNvCxnSpPr>
          <p:nvPr/>
        </p:nvCxnSpPr>
        <p:spPr>
          <a:xfrm flipH="1">
            <a:off x="9042612" y="2774611"/>
            <a:ext cx="2749" cy="901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Connecteur droit avec flèche 56"/>
          <p:cNvCxnSpPr>
            <a:endCxn id="5" idx="0"/>
          </p:cNvCxnSpPr>
          <p:nvPr/>
        </p:nvCxnSpPr>
        <p:spPr>
          <a:xfrm>
            <a:off x="4811680" y="1955800"/>
            <a:ext cx="804" cy="1408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Connecteur droit 60"/>
          <p:cNvCxnSpPr>
            <a:endCxn id="63" idx="3"/>
          </p:cNvCxnSpPr>
          <p:nvPr/>
        </p:nvCxnSpPr>
        <p:spPr>
          <a:xfrm flipH="1" flipV="1">
            <a:off x="1558965" y="1949502"/>
            <a:ext cx="3252715" cy="629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93132" y="1626336"/>
            <a:ext cx="1465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Chain information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66" name="Connecteur en angle 65"/>
          <p:cNvCxnSpPr>
            <a:endCxn id="21" idx="1"/>
          </p:cNvCxnSpPr>
          <p:nvPr/>
        </p:nvCxnSpPr>
        <p:spPr>
          <a:xfrm rot="16200000" flipV="1">
            <a:off x="-232763" y="4918918"/>
            <a:ext cx="2835715" cy="380728"/>
          </a:xfrm>
          <a:prstGeom prst="bentConnector4">
            <a:avLst>
              <a:gd name="adj1" fmla="val 46473"/>
              <a:gd name="adj2" fmla="val 160043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7" name="ZoneTexte 76"/>
          <p:cNvSpPr txBox="1"/>
          <p:nvPr/>
        </p:nvSpPr>
        <p:spPr>
          <a:xfrm>
            <a:off x="1375419" y="6352144"/>
            <a:ext cx="198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Secteur 230V</a:t>
            </a:r>
            <a:endParaRPr lang="en-GB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82" name="Connecteur en angle 81"/>
          <p:cNvCxnSpPr>
            <a:stCxn id="7" idx="3"/>
            <a:endCxn id="91" idx="3"/>
          </p:cNvCxnSpPr>
          <p:nvPr/>
        </p:nvCxnSpPr>
        <p:spPr>
          <a:xfrm flipH="1">
            <a:off x="10209695" y="3676035"/>
            <a:ext cx="1188413" cy="2851105"/>
          </a:xfrm>
          <a:prstGeom prst="bentConnector3">
            <a:avLst>
              <a:gd name="adj1" fmla="val -19236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1" name="ZoneTexte 90"/>
          <p:cNvSpPr txBox="1"/>
          <p:nvPr/>
        </p:nvSpPr>
        <p:spPr>
          <a:xfrm>
            <a:off x="7242554" y="6357863"/>
            <a:ext cx="2967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B050"/>
                </a:solidFill>
              </a:rPr>
              <a:t>Ouverture/fermeture du coffre</a:t>
            </a:r>
            <a:endParaRPr lang="en-GB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8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3C3EB"/>
            </a:gs>
            <a:gs pos="0">
              <a:srgbClr val="B5C3EC"/>
            </a:gs>
            <a:gs pos="100000">
              <a:srgbClr val="DEF0D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8BBAFD7-A1A8-4A68-B3CB-279C4D36637F}"/>
              </a:ext>
            </a:extLst>
          </p:cNvPr>
          <p:cNvSpPr txBox="1"/>
          <p:nvPr/>
        </p:nvSpPr>
        <p:spPr>
          <a:xfrm>
            <a:off x="3111137" y="2705725"/>
            <a:ext cx="59697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Thank you for your attention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34454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</TotalTime>
  <Words>212</Words>
  <Application>Microsoft Office PowerPoint</Application>
  <PresentationFormat>Grand écran</PresentationFormat>
  <Paragraphs>101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Présentation PowerPoint</vt:lpstr>
      <vt:lpstr>Presentation</vt:lpstr>
      <vt:lpstr>Contents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Dorian Bucchiotty</dc:creator>
  <cp:lastModifiedBy>Dorian Bucchiotty</cp:lastModifiedBy>
  <cp:revision>246</cp:revision>
  <dcterms:created xsi:type="dcterms:W3CDTF">2021-12-09T16:28:57Z</dcterms:created>
  <dcterms:modified xsi:type="dcterms:W3CDTF">2022-05-18T06:14:15Z</dcterms:modified>
</cp:coreProperties>
</file>