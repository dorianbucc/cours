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5807"/>
  </p:normalViewPr>
  <p:slideViewPr>
    <p:cSldViewPr snapToGrid="0">
      <p:cViewPr varScale="1">
        <p:scale>
          <a:sx n="111" d="100"/>
          <a:sy n="111" d="100"/>
        </p:scale>
        <p:origin x="63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6/1/23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6/1/23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6/1/23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6/1/23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6/1/23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6/1/23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6/1/23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C0A632-2E9C-02FF-055D-6317A2A89D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4141693"/>
            <a:ext cx="8791575" cy="1301673"/>
          </a:xfrm>
        </p:spPr>
        <p:txBody>
          <a:bodyPr>
            <a:normAutofit/>
          </a:bodyPr>
          <a:lstStyle/>
          <a:p>
            <a:r>
              <a:rPr lang="fr-FR" dirty="0"/>
              <a:t>CYBER-SECRETARY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ECD51B4-9B70-14F8-3C83-68EF3C2BD2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5443368"/>
            <a:ext cx="8791575" cy="86599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fr-FR" sz="1000"/>
              <a:t>LEMERCIER THIBAULT</a:t>
            </a:r>
          </a:p>
          <a:p>
            <a:pPr>
              <a:lnSpc>
                <a:spcPct val="110000"/>
              </a:lnSpc>
            </a:pPr>
            <a:r>
              <a:rPr lang="fr-FR" sz="1000"/>
              <a:t>BUCCHIOTTY DORIAN</a:t>
            </a:r>
          </a:p>
          <a:p>
            <a:pPr>
              <a:lnSpc>
                <a:spcPct val="110000"/>
              </a:lnSpc>
            </a:pPr>
            <a:r>
              <a:rPr lang="fr-FR" sz="1000"/>
              <a:t>BUT 1A G3.2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E8FC30A-EE91-6A78-9A95-C8FC5DF19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97631" y="1108038"/>
            <a:ext cx="5349160" cy="2893808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1911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9" name="Picture 2">
            <a:extLst>
              <a:ext uri="{FF2B5EF4-FFF2-40B4-BE49-F238E27FC236}">
                <a16:creationId xmlns:a16="http://schemas.microsoft.com/office/drawing/2014/main" id="{50C065C3-0FE3-4452-B765-CB05BBB2A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 xmlns:p14="http://schemas.microsoft.com/office/powerpoint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81" name="Group 3080">
            <a:extLst>
              <a:ext uri="{FF2B5EF4-FFF2-40B4-BE49-F238E27FC236}">
                <a16:creationId xmlns:a16="http://schemas.microsoft.com/office/drawing/2014/main" id="{9795E515-5F57-431F-9A0D-3A0419DF75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3082" name="Rectangle 5">
              <a:extLst>
                <a:ext uri="{FF2B5EF4-FFF2-40B4-BE49-F238E27FC236}">
                  <a16:creationId xmlns:a16="http://schemas.microsoft.com/office/drawing/2014/main" id="{D45BCBFE-0478-4767-BF2E-FC2C548BA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083" name="Freeform 6">
              <a:extLst>
                <a:ext uri="{FF2B5EF4-FFF2-40B4-BE49-F238E27FC236}">
                  <a16:creationId xmlns:a16="http://schemas.microsoft.com/office/drawing/2014/main" id="{E903928F-F6DA-470C-81A0-CF7D9DE034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84" name="Freeform 7">
              <a:extLst>
                <a:ext uri="{FF2B5EF4-FFF2-40B4-BE49-F238E27FC236}">
                  <a16:creationId xmlns:a16="http://schemas.microsoft.com/office/drawing/2014/main" id="{ADA095F6-E326-4450-A2D6-DB2BF989B8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85" name="Rectangle 8">
              <a:extLst>
                <a:ext uri="{FF2B5EF4-FFF2-40B4-BE49-F238E27FC236}">
                  <a16:creationId xmlns:a16="http://schemas.microsoft.com/office/drawing/2014/main" id="{6B067F9A-FDF2-49EC-B4FF-CD4B90F78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086" name="Freeform 9">
              <a:extLst>
                <a:ext uri="{FF2B5EF4-FFF2-40B4-BE49-F238E27FC236}">
                  <a16:creationId xmlns:a16="http://schemas.microsoft.com/office/drawing/2014/main" id="{F1331213-D19D-49FC-8616-168A14565A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87" name="Freeform 10">
              <a:extLst>
                <a:ext uri="{FF2B5EF4-FFF2-40B4-BE49-F238E27FC236}">
                  <a16:creationId xmlns:a16="http://schemas.microsoft.com/office/drawing/2014/main" id="{2ADFE242-96FC-4A14-8C59-90CD6DE1D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88" name="Freeform 11">
              <a:extLst>
                <a:ext uri="{FF2B5EF4-FFF2-40B4-BE49-F238E27FC236}">
                  <a16:creationId xmlns:a16="http://schemas.microsoft.com/office/drawing/2014/main" id="{6A97B7BC-40BD-494B-9C6B-AF3045559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89" name="Freeform 12">
              <a:extLst>
                <a:ext uri="{FF2B5EF4-FFF2-40B4-BE49-F238E27FC236}">
                  <a16:creationId xmlns:a16="http://schemas.microsoft.com/office/drawing/2014/main" id="{3D7F35CF-F44C-491F-904D-A31ED8321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90" name="Freeform 13">
              <a:extLst>
                <a:ext uri="{FF2B5EF4-FFF2-40B4-BE49-F238E27FC236}">
                  <a16:creationId xmlns:a16="http://schemas.microsoft.com/office/drawing/2014/main" id="{84D9BF7E-18C2-452C-B139-4ED58D7A03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91" name="Freeform 14">
              <a:extLst>
                <a:ext uri="{FF2B5EF4-FFF2-40B4-BE49-F238E27FC236}">
                  <a16:creationId xmlns:a16="http://schemas.microsoft.com/office/drawing/2014/main" id="{700A6223-AD38-426F-A6FE-7926CAEF3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92" name="Freeform 15">
              <a:extLst>
                <a:ext uri="{FF2B5EF4-FFF2-40B4-BE49-F238E27FC236}">
                  <a16:creationId xmlns:a16="http://schemas.microsoft.com/office/drawing/2014/main" id="{D172AA94-449F-45EB-94E6-67C186C32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93" name="Freeform 16">
              <a:extLst>
                <a:ext uri="{FF2B5EF4-FFF2-40B4-BE49-F238E27FC236}">
                  <a16:creationId xmlns:a16="http://schemas.microsoft.com/office/drawing/2014/main" id="{A7D4F697-8937-4F4C-83C5-770B3FCB82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94" name="Freeform 17">
              <a:extLst>
                <a:ext uri="{FF2B5EF4-FFF2-40B4-BE49-F238E27FC236}">
                  <a16:creationId xmlns:a16="http://schemas.microsoft.com/office/drawing/2014/main" id="{10AF1D59-5117-4D47-8414-4BB61F944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95" name="Freeform 18">
              <a:extLst>
                <a:ext uri="{FF2B5EF4-FFF2-40B4-BE49-F238E27FC236}">
                  <a16:creationId xmlns:a16="http://schemas.microsoft.com/office/drawing/2014/main" id="{2387DC33-88B3-4718-8C94-41659EA33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96" name="Freeform 19">
              <a:extLst>
                <a:ext uri="{FF2B5EF4-FFF2-40B4-BE49-F238E27FC236}">
                  <a16:creationId xmlns:a16="http://schemas.microsoft.com/office/drawing/2014/main" id="{D4E7EC64-4763-4F04-B2E4-E400364D72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97" name="Freeform 20">
              <a:extLst>
                <a:ext uri="{FF2B5EF4-FFF2-40B4-BE49-F238E27FC236}">
                  <a16:creationId xmlns:a16="http://schemas.microsoft.com/office/drawing/2014/main" id="{581717DF-9FD4-47CB-9579-E34DF7E875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98" name="Freeform 21">
              <a:extLst>
                <a:ext uri="{FF2B5EF4-FFF2-40B4-BE49-F238E27FC236}">
                  <a16:creationId xmlns:a16="http://schemas.microsoft.com/office/drawing/2014/main" id="{BCD8EF50-6E58-4B2D-90B6-AFF236A73B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99" name="Freeform 22">
              <a:extLst>
                <a:ext uri="{FF2B5EF4-FFF2-40B4-BE49-F238E27FC236}">
                  <a16:creationId xmlns:a16="http://schemas.microsoft.com/office/drawing/2014/main" id="{6524A268-142A-4CBF-BB8B-DC1FCBC8F7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00" name="Freeform 23">
              <a:extLst>
                <a:ext uri="{FF2B5EF4-FFF2-40B4-BE49-F238E27FC236}">
                  <a16:creationId xmlns:a16="http://schemas.microsoft.com/office/drawing/2014/main" id="{56A0E6F3-B76B-4813-B44B-56CE11A8A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01" name="Freeform 24">
              <a:extLst>
                <a:ext uri="{FF2B5EF4-FFF2-40B4-BE49-F238E27FC236}">
                  <a16:creationId xmlns:a16="http://schemas.microsoft.com/office/drawing/2014/main" id="{A74CED8D-B902-4B76-9CC8-30A09B2FA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02" name="Freeform 25">
              <a:extLst>
                <a:ext uri="{FF2B5EF4-FFF2-40B4-BE49-F238E27FC236}">
                  <a16:creationId xmlns:a16="http://schemas.microsoft.com/office/drawing/2014/main" id="{ED007BD7-ED56-4566-B1FF-707160024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03" name="Freeform 26">
              <a:extLst>
                <a:ext uri="{FF2B5EF4-FFF2-40B4-BE49-F238E27FC236}">
                  <a16:creationId xmlns:a16="http://schemas.microsoft.com/office/drawing/2014/main" id="{90AD48D2-5BC8-4C80-B126-B1A201242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04" name="Freeform 27">
              <a:extLst>
                <a:ext uri="{FF2B5EF4-FFF2-40B4-BE49-F238E27FC236}">
                  <a16:creationId xmlns:a16="http://schemas.microsoft.com/office/drawing/2014/main" id="{BE14C82F-9F35-4D61-B758-7BCE32DEC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05" name="Freeform 28">
              <a:extLst>
                <a:ext uri="{FF2B5EF4-FFF2-40B4-BE49-F238E27FC236}">
                  <a16:creationId xmlns:a16="http://schemas.microsoft.com/office/drawing/2014/main" id="{6540CE06-9028-497A-AC64-CF0ED60A74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06" name="Freeform 29">
              <a:extLst>
                <a:ext uri="{FF2B5EF4-FFF2-40B4-BE49-F238E27FC236}">
                  <a16:creationId xmlns:a16="http://schemas.microsoft.com/office/drawing/2014/main" id="{A4825B3B-52CD-4F08-BA02-6C2B0EFEDE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07" name="Freeform 30">
              <a:extLst>
                <a:ext uri="{FF2B5EF4-FFF2-40B4-BE49-F238E27FC236}">
                  <a16:creationId xmlns:a16="http://schemas.microsoft.com/office/drawing/2014/main" id="{6877A5EF-B8B8-44D3-AA57-4BBF89206D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08" name="Freeform 31">
              <a:extLst>
                <a:ext uri="{FF2B5EF4-FFF2-40B4-BE49-F238E27FC236}">
                  <a16:creationId xmlns:a16="http://schemas.microsoft.com/office/drawing/2014/main" id="{00BB365C-9180-4208-92CF-AB6A88848C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09" name="Freeform 32">
              <a:extLst>
                <a:ext uri="{FF2B5EF4-FFF2-40B4-BE49-F238E27FC236}">
                  <a16:creationId xmlns:a16="http://schemas.microsoft.com/office/drawing/2014/main" id="{8D1134D2-53A6-41D5-AC1A-5254A2FBD0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10" name="Rectangle 33">
              <a:extLst>
                <a:ext uri="{FF2B5EF4-FFF2-40B4-BE49-F238E27FC236}">
                  <a16:creationId xmlns:a16="http://schemas.microsoft.com/office/drawing/2014/main" id="{24C7FA73-07CD-479A-9B9E-DAD4D3B2B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111" name="Freeform 34">
              <a:extLst>
                <a:ext uri="{FF2B5EF4-FFF2-40B4-BE49-F238E27FC236}">
                  <a16:creationId xmlns:a16="http://schemas.microsoft.com/office/drawing/2014/main" id="{AB24DF92-B081-4701-B58D-913261A00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12" name="Freeform 35">
              <a:extLst>
                <a:ext uri="{FF2B5EF4-FFF2-40B4-BE49-F238E27FC236}">
                  <a16:creationId xmlns:a16="http://schemas.microsoft.com/office/drawing/2014/main" id="{AB4DF275-6B82-4AA9-A7A9-138E631E30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13" name="Freeform 36">
              <a:extLst>
                <a:ext uri="{FF2B5EF4-FFF2-40B4-BE49-F238E27FC236}">
                  <a16:creationId xmlns:a16="http://schemas.microsoft.com/office/drawing/2014/main" id="{972A3812-16AD-453E-B1E6-9F39894F79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14" name="Freeform 37">
              <a:extLst>
                <a:ext uri="{FF2B5EF4-FFF2-40B4-BE49-F238E27FC236}">
                  <a16:creationId xmlns:a16="http://schemas.microsoft.com/office/drawing/2014/main" id="{8FB6759A-BAD8-4073-86A2-6DDD73DE2A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15" name="Freeform 38">
              <a:extLst>
                <a:ext uri="{FF2B5EF4-FFF2-40B4-BE49-F238E27FC236}">
                  <a16:creationId xmlns:a16="http://schemas.microsoft.com/office/drawing/2014/main" id="{9FCCB0F4-1178-47C1-9EE2-234EA715C1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16" name="Freeform 39">
              <a:extLst>
                <a:ext uri="{FF2B5EF4-FFF2-40B4-BE49-F238E27FC236}">
                  <a16:creationId xmlns:a16="http://schemas.microsoft.com/office/drawing/2014/main" id="{CB01BF0B-7EB0-4C18-80BE-20D2EAC048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17" name="Freeform 40">
              <a:extLst>
                <a:ext uri="{FF2B5EF4-FFF2-40B4-BE49-F238E27FC236}">
                  <a16:creationId xmlns:a16="http://schemas.microsoft.com/office/drawing/2014/main" id="{3266E9DA-C937-48E0-8F98-90A467760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18" name="Freeform 41">
              <a:extLst>
                <a:ext uri="{FF2B5EF4-FFF2-40B4-BE49-F238E27FC236}">
                  <a16:creationId xmlns:a16="http://schemas.microsoft.com/office/drawing/2014/main" id="{A8A9C00D-0425-4E68-A1DE-BCE5BD6BBD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19" name="Freeform 42">
              <a:extLst>
                <a:ext uri="{FF2B5EF4-FFF2-40B4-BE49-F238E27FC236}">
                  <a16:creationId xmlns:a16="http://schemas.microsoft.com/office/drawing/2014/main" id="{46230904-E744-4B55-84FF-826A6B737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20" name="Freeform 43">
              <a:extLst>
                <a:ext uri="{FF2B5EF4-FFF2-40B4-BE49-F238E27FC236}">
                  <a16:creationId xmlns:a16="http://schemas.microsoft.com/office/drawing/2014/main" id="{D4291668-8AF0-4784-BC06-870768F53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21" name="Freeform 44">
              <a:extLst>
                <a:ext uri="{FF2B5EF4-FFF2-40B4-BE49-F238E27FC236}">
                  <a16:creationId xmlns:a16="http://schemas.microsoft.com/office/drawing/2014/main" id="{D917DCBD-774B-4AAF-92AE-D18289FFC4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22" name="Rectangle 45">
              <a:extLst>
                <a:ext uri="{FF2B5EF4-FFF2-40B4-BE49-F238E27FC236}">
                  <a16:creationId xmlns:a16="http://schemas.microsoft.com/office/drawing/2014/main" id="{9E50122E-0F19-4D65-9CB2-E22C3EA84A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123" name="Freeform 46">
              <a:extLst>
                <a:ext uri="{FF2B5EF4-FFF2-40B4-BE49-F238E27FC236}">
                  <a16:creationId xmlns:a16="http://schemas.microsoft.com/office/drawing/2014/main" id="{BC28A765-6E8B-4352-BD0C-35474F70AC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24" name="Freeform 47">
              <a:extLst>
                <a:ext uri="{FF2B5EF4-FFF2-40B4-BE49-F238E27FC236}">
                  <a16:creationId xmlns:a16="http://schemas.microsoft.com/office/drawing/2014/main" id="{0AC30A17-F494-44EB-9817-1B8B255CE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25" name="Freeform 48">
              <a:extLst>
                <a:ext uri="{FF2B5EF4-FFF2-40B4-BE49-F238E27FC236}">
                  <a16:creationId xmlns:a16="http://schemas.microsoft.com/office/drawing/2014/main" id="{6088D59F-32BD-4932-9C22-9AA0FCDA74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26" name="Freeform 49">
              <a:extLst>
                <a:ext uri="{FF2B5EF4-FFF2-40B4-BE49-F238E27FC236}">
                  <a16:creationId xmlns:a16="http://schemas.microsoft.com/office/drawing/2014/main" id="{B18BBE45-5F21-47FA-B291-AC802D715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27" name="Freeform 50">
              <a:extLst>
                <a:ext uri="{FF2B5EF4-FFF2-40B4-BE49-F238E27FC236}">
                  <a16:creationId xmlns:a16="http://schemas.microsoft.com/office/drawing/2014/main" id="{A1BD992D-1C4B-4E69-A627-A45D8958E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28" name="Freeform 51">
              <a:extLst>
                <a:ext uri="{FF2B5EF4-FFF2-40B4-BE49-F238E27FC236}">
                  <a16:creationId xmlns:a16="http://schemas.microsoft.com/office/drawing/2014/main" id="{571C0498-7105-455E-8B0A-233F850F18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29" name="Freeform 52">
              <a:extLst>
                <a:ext uri="{FF2B5EF4-FFF2-40B4-BE49-F238E27FC236}">
                  <a16:creationId xmlns:a16="http://schemas.microsoft.com/office/drawing/2014/main" id="{F6FA78CC-C0B1-422F-B535-05580A9716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30" name="Freeform 53">
              <a:extLst>
                <a:ext uri="{FF2B5EF4-FFF2-40B4-BE49-F238E27FC236}">
                  <a16:creationId xmlns:a16="http://schemas.microsoft.com/office/drawing/2014/main" id="{49A1BACF-EE5E-46F8-8968-D4CF18BC01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31" name="Freeform 54">
              <a:extLst>
                <a:ext uri="{FF2B5EF4-FFF2-40B4-BE49-F238E27FC236}">
                  <a16:creationId xmlns:a16="http://schemas.microsoft.com/office/drawing/2014/main" id="{0AF8DFAF-8AF7-453E-AED7-89E59FBD7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32" name="Freeform 55">
              <a:extLst>
                <a:ext uri="{FF2B5EF4-FFF2-40B4-BE49-F238E27FC236}">
                  <a16:creationId xmlns:a16="http://schemas.microsoft.com/office/drawing/2014/main" id="{F8C26D97-8DA4-4556-92E4-2AE66B36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33" name="Freeform 56">
              <a:extLst>
                <a:ext uri="{FF2B5EF4-FFF2-40B4-BE49-F238E27FC236}">
                  <a16:creationId xmlns:a16="http://schemas.microsoft.com/office/drawing/2014/main" id="{EEF9D855-A8A7-44CC-919C-BEA327F254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34" name="Freeform 57">
              <a:extLst>
                <a:ext uri="{FF2B5EF4-FFF2-40B4-BE49-F238E27FC236}">
                  <a16:creationId xmlns:a16="http://schemas.microsoft.com/office/drawing/2014/main" id="{11F0B045-803C-4067-A182-066EEB2C4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35" name="Freeform 58">
              <a:extLst>
                <a:ext uri="{FF2B5EF4-FFF2-40B4-BE49-F238E27FC236}">
                  <a16:creationId xmlns:a16="http://schemas.microsoft.com/office/drawing/2014/main" id="{3C1FCACB-EFEF-4B54-99A6-E327A637C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grpSp>
        <p:nvGrpSpPr>
          <p:cNvPr id="3137" name="Group 3136">
            <a:extLst>
              <a:ext uri="{FF2B5EF4-FFF2-40B4-BE49-F238E27FC236}">
                <a16:creationId xmlns:a16="http://schemas.microsoft.com/office/drawing/2014/main" id="{EF58D138-35FF-4A3E-9FCD-A6044FD3CB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3138" name="Rectangle 3137">
              <a:extLst>
                <a:ext uri="{FF2B5EF4-FFF2-40B4-BE49-F238E27FC236}">
                  <a16:creationId xmlns:a16="http://schemas.microsoft.com/office/drawing/2014/main" id="{F5BD0798-598F-4D8A-86B1-B5EFC74440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39" name="Picture 2">
              <a:extLst>
                <a:ext uri="{FF2B5EF4-FFF2-40B4-BE49-F238E27FC236}">
                  <a16:creationId xmlns:a16="http://schemas.microsoft.com/office/drawing/2014/main" id="{AC94F2E1-5E1D-4DE4-876F-B863EF537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3133EAEF-4B77-B062-684F-380FFF2A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275668"/>
            <a:ext cx="8830733" cy="93609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/>
              <a:t>Introduction</a:t>
            </a:r>
          </a:p>
        </p:txBody>
      </p:sp>
      <p:grpSp>
        <p:nvGrpSpPr>
          <p:cNvPr id="3141" name="Group 3140">
            <a:extLst>
              <a:ext uri="{FF2B5EF4-FFF2-40B4-BE49-F238E27FC236}">
                <a16:creationId xmlns:a16="http://schemas.microsoft.com/office/drawing/2014/main" id="{B6B0FEEE-81F6-4CFD-9F19-7422C2BBB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3142" name="Rectangle 5">
              <a:extLst>
                <a:ext uri="{FF2B5EF4-FFF2-40B4-BE49-F238E27FC236}">
                  <a16:creationId xmlns:a16="http://schemas.microsoft.com/office/drawing/2014/main" id="{610875A9-E6B1-4A9E-8D06-56271808AF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143" name="Freeform 6">
              <a:extLst>
                <a:ext uri="{FF2B5EF4-FFF2-40B4-BE49-F238E27FC236}">
                  <a16:creationId xmlns:a16="http://schemas.microsoft.com/office/drawing/2014/main" id="{3568C212-C192-4F35-9EDA-FFAFA2620E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44" name="Freeform 7">
              <a:extLst>
                <a:ext uri="{FF2B5EF4-FFF2-40B4-BE49-F238E27FC236}">
                  <a16:creationId xmlns:a16="http://schemas.microsoft.com/office/drawing/2014/main" id="{3AB2D5B1-4EF5-411D-98F9-332CE875D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45" name="Freeform 8">
              <a:extLst>
                <a:ext uri="{FF2B5EF4-FFF2-40B4-BE49-F238E27FC236}">
                  <a16:creationId xmlns:a16="http://schemas.microsoft.com/office/drawing/2014/main" id="{901DF0D0-5B9C-4A92-A0C5-F70CC77B4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46" name="Freeform 9">
              <a:extLst>
                <a:ext uri="{FF2B5EF4-FFF2-40B4-BE49-F238E27FC236}">
                  <a16:creationId xmlns:a16="http://schemas.microsoft.com/office/drawing/2014/main" id="{0E44C639-7E08-4ED9-87D3-7E1DEBD17F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47" name="Freeform 10">
              <a:extLst>
                <a:ext uri="{FF2B5EF4-FFF2-40B4-BE49-F238E27FC236}">
                  <a16:creationId xmlns:a16="http://schemas.microsoft.com/office/drawing/2014/main" id="{8D55EDFE-6B27-4CEF-A149-DE03F2585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48" name="Freeform 11">
              <a:extLst>
                <a:ext uri="{FF2B5EF4-FFF2-40B4-BE49-F238E27FC236}">
                  <a16:creationId xmlns:a16="http://schemas.microsoft.com/office/drawing/2014/main" id="{899753F1-0A7C-4019-B0D4-98E8D65551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49" name="Freeform 12">
              <a:extLst>
                <a:ext uri="{FF2B5EF4-FFF2-40B4-BE49-F238E27FC236}">
                  <a16:creationId xmlns:a16="http://schemas.microsoft.com/office/drawing/2014/main" id="{2E46CC92-32DE-4118-9922-E40E32D0C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50" name="Freeform 13">
              <a:extLst>
                <a:ext uri="{FF2B5EF4-FFF2-40B4-BE49-F238E27FC236}">
                  <a16:creationId xmlns:a16="http://schemas.microsoft.com/office/drawing/2014/main" id="{6E837780-3EEC-4D7C-AE0A-B85D4B4D7A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51" name="Freeform 14">
              <a:extLst>
                <a:ext uri="{FF2B5EF4-FFF2-40B4-BE49-F238E27FC236}">
                  <a16:creationId xmlns:a16="http://schemas.microsoft.com/office/drawing/2014/main" id="{FF9C7BD2-1595-4FB5-84CC-08DBE10EF2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52" name="Freeform 15">
              <a:extLst>
                <a:ext uri="{FF2B5EF4-FFF2-40B4-BE49-F238E27FC236}">
                  <a16:creationId xmlns:a16="http://schemas.microsoft.com/office/drawing/2014/main" id="{223B4D7F-AAB4-4C07-8497-AC90FC7AC8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53" name="Line 16">
              <a:extLst>
                <a:ext uri="{FF2B5EF4-FFF2-40B4-BE49-F238E27FC236}">
                  <a16:creationId xmlns:a16="http://schemas.microsoft.com/office/drawing/2014/main" id="{BF0BC434-CADA-4A14-9CC4-514A8AC0AD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3154" name="Freeform 17">
              <a:extLst>
                <a:ext uri="{FF2B5EF4-FFF2-40B4-BE49-F238E27FC236}">
                  <a16:creationId xmlns:a16="http://schemas.microsoft.com/office/drawing/2014/main" id="{64B93112-5E7A-4AD7-9F08-EC9DE3B7AB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55" name="Freeform 18">
              <a:extLst>
                <a:ext uri="{FF2B5EF4-FFF2-40B4-BE49-F238E27FC236}">
                  <a16:creationId xmlns:a16="http://schemas.microsoft.com/office/drawing/2014/main" id="{104C40EC-49BC-4BF4-9B0F-36413F92C1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56" name="Freeform 19">
              <a:extLst>
                <a:ext uri="{FF2B5EF4-FFF2-40B4-BE49-F238E27FC236}">
                  <a16:creationId xmlns:a16="http://schemas.microsoft.com/office/drawing/2014/main" id="{490CF2A3-97A8-4A5C-AA71-F66D5EFB6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57" name="Freeform 20">
              <a:extLst>
                <a:ext uri="{FF2B5EF4-FFF2-40B4-BE49-F238E27FC236}">
                  <a16:creationId xmlns:a16="http://schemas.microsoft.com/office/drawing/2014/main" id="{AD278AAA-5D43-4120-94A8-8CABD2B2D4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58" name="Rectangle 21">
              <a:extLst>
                <a:ext uri="{FF2B5EF4-FFF2-40B4-BE49-F238E27FC236}">
                  <a16:creationId xmlns:a16="http://schemas.microsoft.com/office/drawing/2014/main" id="{4063DBF1-AA0B-41AE-B075-3592DD039E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159" name="Freeform 22">
              <a:extLst>
                <a:ext uri="{FF2B5EF4-FFF2-40B4-BE49-F238E27FC236}">
                  <a16:creationId xmlns:a16="http://schemas.microsoft.com/office/drawing/2014/main" id="{084C0B7D-251C-4399-AF81-3D417E6CC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60" name="Freeform 23">
              <a:extLst>
                <a:ext uri="{FF2B5EF4-FFF2-40B4-BE49-F238E27FC236}">
                  <a16:creationId xmlns:a16="http://schemas.microsoft.com/office/drawing/2014/main" id="{41CBB601-6248-4C6A-8CE0-EDE956CA67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61" name="Freeform 24">
              <a:extLst>
                <a:ext uri="{FF2B5EF4-FFF2-40B4-BE49-F238E27FC236}">
                  <a16:creationId xmlns:a16="http://schemas.microsoft.com/office/drawing/2014/main" id="{61217433-E7AF-4C9E-B859-8B51FDE44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62" name="Freeform 25">
              <a:extLst>
                <a:ext uri="{FF2B5EF4-FFF2-40B4-BE49-F238E27FC236}">
                  <a16:creationId xmlns:a16="http://schemas.microsoft.com/office/drawing/2014/main" id="{83750ECC-2687-4D3D-AF82-9D55F4A95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63" name="Freeform 26">
              <a:extLst>
                <a:ext uri="{FF2B5EF4-FFF2-40B4-BE49-F238E27FC236}">
                  <a16:creationId xmlns:a16="http://schemas.microsoft.com/office/drawing/2014/main" id="{481712CE-D3D3-48A9-9194-29514E8264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64" name="Freeform 27">
              <a:extLst>
                <a:ext uri="{FF2B5EF4-FFF2-40B4-BE49-F238E27FC236}">
                  <a16:creationId xmlns:a16="http://schemas.microsoft.com/office/drawing/2014/main" id="{AFDCA284-1452-42D7-8188-8DBBF55001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65" name="Freeform 28">
              <a:extLst>
                <a:ext uri="{FF2B5EF4-FFF2-40B4-BE49-F238E27FC236}">
                  <a16:creationId xmlns:a16="http://schemas.microsoft.com/office/drawing/2014/main" id="{84621BF2-B93B-49DE-A0E9-7DB87A12DF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66" name="Freeform 29">
              <a:extLst>
                <a:ext uri="{FF2B5EF4-FFF2-40B4-BE49-F238E27FC236}">
                  <a16:creationId xmlns:a16="http://schemas.microsoft.com/office/drawing/2014/main" id="{23D257B1-AE83-4340-9A3D-9AF67475D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67" name="Freeform 30">
              <a:extLst>
                <a:ext uri="{FF2B5EF4-FFF2-40B4-BE49-F238E27FC236}">
                  <a16:creationId xmlns:a16="http://schemas.microsoft.com/office/drawing/2014/main" id="{48C080A8-F687-4FC3-85A0-06C260CA4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68" name="Freeform 31">
              <a:extLst>
                <a:ext uri="{FF2B5EF4-FFF2-40B4-BE49-F238E27FC236}">
                  <a16:creationId xmlns:a16="http://schemas.microsoft.com/office/drawing/2014/main" id="{A63FB1C6-D023-4C54-8D8E-319888E058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pic>
        <p:nvPicPr>
          <p:cNvPr id="3074" name="Picture 2" descr="Images de Technologie – Téléchargement gratuit sur Freepik">
            <a:extLst>
              <a:ext uri="{FF2B5EF4-FFF2-40B4-BE49-F238E27FC236}">
                <a16:creationId xmlns:a16="http://schemas.microsoft.com/office/drawing/2014/main" id="{10B281F7-640E-1D4B-07B7-C3C84E636D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54" b="15521"/>
          <a:stretch/>
        </p:blipFill>
        <p:spPr bwMode="auto"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170" name="Group 3169">
            <a:extLst>
              <a:ext uri="{FF2B5EF4-FFF2-40B4-BE49-F238E27FC236}">
                <a16:creationId xmlns:a16="http://schemas.microsoft.com/office/drawing/2014/main" id="{ED8042C1-215E-4C21-BB6B-38C5EE469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tx2">
                  <a:alpha val="80000"/>
                </a:schemeClr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3171" name="Freeform 32">
              <a:extLst>
                <a:ext uri="{FF2B5EF4-FFF2-40B4-BE49-F238E27FC236}">
                  <a16:creationId xmlns:a16="http://schemas.microsoft.com/office/drawing/2014/main" id="{134E4A6E-1602-4ED8-95F4-2649025B44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72" name="Freeform 33">
              <a:extLst>
                <a:ext uri="{FF2B5EF4-FFF2-40B4-BE49-F238E27FC236}">
                  <a16:creationId xmlns:a16="http://schemas.microsoft.com/office/drawing/2014/main" id="{E26FC114-5BB0-453D-9D96-4A82F7EB73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73" name="Freeform 34">
              <a:extLst>
                <a:ext uri="{FF2B5EF4-FFF2-40B4-BE49-F238E27FC236}">
                  <a16:creationId xmlns:a16="http://schemas.microsoft.com/office/drawing/2014/main" id="{42DD29BE-7338-48CF-A8E4-AE63B9474A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74" name="Freeform 35">
              <a:extLst>
                <a:ext uri="{FF2B5EF4-FFF2-40B4-BE49-F238E27FC236}">
                  <a16:creationId xmlns:a16="http://schemas.microsoft.com/office/drawing/2014/main" id="{38DA003C-8448-4B2C-AFEC-8354C0FCFD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75" name="Freeform 36">
              <a:extLst>
                <a:ext uri="{FF2B5EF4-FFF2-40B4-BE49-F238E27FC236}">
                  <a16:creationId xmlns:a16="http://schemas.microsoft.com/office/drawing/2014/main" id="{444007C8-E852-4C4C-B866-1F029E7D3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76" name="Freeform 37">
              <a:extLst>
                <a:ext uri="{FF2B5EF4-FFF2-40B4-BE49-F238E27FC236}">
                  <a16:creationId xmlns:a16="http://schemas.microsoft.com/office/drawing/2014/main" id="{93687523-D874-491A-A0CA-5C46712A9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77" name="Freeform 38">
              <a:extLst>
                <a:ext uri="{FF2B5EF4-FFF2-40B4-BE49-F238E27FC236}">
                  <a16:creationId xmlns:a16="http://schemas.microsoft.com/office/drawing/2014/main" id="{8B54C82F-6BF1-43CD-8E37-69E9A44A8D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78" name="Freeform 39">
              <a:extLst>
                <a:ext uri="{FF2B5EF4-FFF2-40B4-BE49-F238E27FC236}">
                  <a16:creationId xmlns:a16="http://schemas.microsoft.com/office/drawing/2014/main" id="{7319E2D4-6B6C-40D8-BED9-458580829D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79" name="Freeform 40">
              <a:extLst>
                <a:ext uri="{FF2B5EF4-FFF2-40B4-BE49-F238E27FC236}">
                  <a16:creationId xmlns:a16="http://schemas.microsoft.com/office/drawing/2014/main" id="{12E07592-0C27-4DBF-9DCB-3629BB6DEE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80" name="Rectangle 41">
              <a:extLst>
                <a:ext uri="{FF2B5EF4-FFF2-40B4-BE49-F238E27FC236}">
                  <a16:creationId xmlns:a16="http://schemas.microsoft.com/office/drawing/2014/main" id="{9EA2E577-F748-4C1C-BD16-8356C2F763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</p:grpSp>
    </p:spTree>
    <p:extLst>
      <p:ext uri="{BB962C8B-B14F-4D97-AF65-F5344CB8AC3E}">
        <p14:creationId xmlns:p14="http://schemas.microsoft.com/office/powerpoint/2010/main" val="2779745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1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63" name="Group 2062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2064" name="Group 2063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076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077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78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79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80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81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82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83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84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85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86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87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2088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89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90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91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92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093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94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95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96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97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98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99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100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101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102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2065" name="Group 2064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066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67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68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69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70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71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72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73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74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75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 useBgFill="1">
        <p:nvSpPr>
          <p:cNvPr id="2104" name="Rectangle 2103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06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5B0AB9C-54E4-10E4-5C20-32970A53E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u="sng" dirty="0"/>
              <a:t>content :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A9FDCAE-E9F6-49D6-B258-CF58D04E44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2" y="2249487"/>
            <a:ext cx="4459287" cy="3965046"/>
          </a:xfrm>
        </p:spPr>
        <p:txBody>
          <a:bodyPr vert="horz" lIns="91440" tIns="45720" rIns="91440" bIns="45720" rtlCol="0">
            <a:noAutofit/>
          </a:bodyPr>
          <a:lstStyle/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b="0" i="0" u="none" strike="noStrike" dirty="0">
                <a:effectLst/>
              </a:rPr>
              <a:t>Personal Assistant and Scheduler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b="0" i="0" u="none" strike="noStrike" dirty="0">
                <a:effectLst/>
              </a:rPr>
              <a:t>Email Management</a:t>
            </a:r>
            <a:endParaRPr lang="en-US" sz="2200" dirty="0"/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b="0" i="0" u="none" strike="noStrike" dirty="0">
                <a:effectLst/>
              </a:rPr>
              <a:t>Object Locator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b="0" i="0" u="none" strike="noStrike" dirty="0">
                <a:effectLst/>
              </a:rPr>
              <a:t>Intelligent Reminder System 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b="0" i="0" u="none" strike="noStrike" dirty="0">
                <a:effectLst/>
              </a:rPr>
              <a:t>Language Translation</a:t>
            </a:r>
            <a:endParaRPr lang="en-US" sz="2200" dirty="0"/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b="0" i="0" u="none" strike="noStrike" dirty="0">
                <a:effectLst/>
              </a:rPr>
              <a:t>Personal Security</a:t>
            </a:r>
            <a:endParaRPr lang="en-US" sz="2200" dirty="0"/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Conclusion</a:t>
            </a:r>
            <a:br>
              <a:rPr lang="en-US" sz="2200" dirty="0"/>
            </a:br>
            <a:endParaRPr lang="en-US" sz="2200" b="0" i="0" u="none" strike="noStrike" dirty="0">
              <a:effectLst/>
            </a:endParaRP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2056" name="Picture 8" descr="Connecter la robotique éducative aux cours de technologie – Bibliothèque  STIM">
            <a:extLst>
              <a:ext uri="{FF2B5EF4-FFF2-40B4-BE49-F238E27FC236}">
                <a16:creationId xmlns:a16="http://schemas.microsoft.com/office/drawing/2014/main" id="{A0E2EA0F-C57B-E88E-14A8-38C03D516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1601073"/>
            <a:ext cx="5456279" cy="3630905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08" name="Group 2107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109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110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11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12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13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14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15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16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17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18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19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20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121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22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23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24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25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126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27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28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29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30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31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32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33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34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35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</p:spTree>
    <p:extLst>
      <p:ext uri="{BB962C8B-B14F-4D97-AF65-F5344CB8AC3E}">
        <p14:creationId xmlns:p14="http://schemas.microsoft.com/office/powerpoint/2010/main" val="3857346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7" name="Picture 2">
            <a:extLst>
              <a:ext uri="{FF2B5EF4-FFF2-40B4-BE49-F238E27FC236}">
                <a16:creationId xmlns:a16="http://schemas.microsoft.com/office/drawing/2014/main" id="{59FACE42-44B0-4185-8ED4-9043A78C8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 xmlns:p14="http://schemas.microsoft.com/office/powerpoint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29" name="Group 5128">
            <a:extLst>
              <a:ext uri="{FF2B5EF4-FFF2-40B4-BE49-F238E27FC236}">
                <a16:creationId xmlns:a16="http://schemas.microsoft.com/office/drawing/2014/main" id="{A838DBA2-246D-4087-AE0A-6EA2B4B65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5130" name="Group 5129">
              <a:extLst>
                <a:ext uri="{FF2B5EF4-FFF2-40B4-BE49-F238E27FC236}">
                  <a16:creationId xmlns:a16="http://schemas.microsoft.com/office/drawing/2014/main" id="{B4406F95-9579-494D-BE1E-A012A7F4C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5142" name="Rectangle 5">
                <a:extLst>
                  <a:ext uri="{FF2B5EF4-FFF2-40B4-BE49-F238E27FC236}">
                    <a16:creationId xmlns:a16="http://schemas.microsoft.com/office/drawing/2014/main" id="{4C8D671A-5C73-44CA-B6D0-7F3BC195BA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5143" name="Freeform 6">
                <a:extLst>
                  <a:ext uri="{FF2B5EF4-FFF2-40B4-BE49-F238E27FC236}">
                    <a16:creationId xmlns:a16="http://schemas.microsoft.com/office/drawing/2014/main" id="{F0DB3AC8-B5AD-4004-B0B9-74B58BECA0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44" name="Freeform 7">
                <a:extLst>
                  <a:ext uri="{FF2B5EF4-FFF2-40B4-BE49-F238E27FC236}">
                    <a16:creationId xmlns:a16="http://schemas.microsoft.com/office/drawing/2014/main" id="{F3B2C8F3-E236-45B2-B2E1-8460F8FD6D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45" name="Freeform 8">
                <a:extLst>
                  <a:ext uri="{FF2B5EF4-FFF2-40B4-BE49-F238E27FC236}">
                    <a16:creationId xmlns:a16="http://schemas.microsoft.com/office/drawing/2014/main" id="{761EE3AC-0BC2-4A29-AD58-5CB0EEFF96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46" name="Freeform 9">
                <a:extLst>
                  <a:ext uri="{FF2B5EF4-FFF2-40B4-BE49-F238E27FC236}">
                    <a16:creationId xmlns:a16="http://schemas.microsoft.com/office/drawing/2014/main" id="{38DC43BE-83DD-43F3-A21F-9B58B1074F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47" name="Freeform 10">
                <a:extLst>
                  <a:ext uri="{FF2B5EF4-FFF2-40B4-BE49-F238E27FC236}">
                    <a16:creationId xmlns:a16="http://schemas.microsoft.com/office/drawing/2014/main" id="{112583CE-53E8-48F6-9F71-25A32BFD61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48" name="Freeform 11">
                <a:extLst>
                  <a:ext uri="{FF2B5EF4-FFF2-40B4-BE49-F238E27FC236}">
                    <a16:creationId xmlns:a16="http://schemas.microsoft.com/office/drawing/2014/main" id="{229A7966-2C4F-4334-8FB7-08521F984D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49" name="Freeform 12">
                <a:extLst>
                  <a:ext uri="{FF2B5EF4-FFF2-40B4-BE49-F238E27FC236}">
                    <a16:creationId xmlns:a16="http://schemas.microsoft.com/office/drawing/2014/main" id="{656FCF6A-DF5B-42AA-83C4-22CD7B9947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50" name="Freeform 13">
                <a:extLst>
                  <a:ext uri="{FF2B5EF4-FFF2-40B4-BE49-F238E27FC236}">
                    <a16:creationId xmlns:a16="http://schemas.microsoft.com/office/drawing/2014/main" id="{E908B3EE-F31D-4E8D-BF3C-71F5B35F02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51" name="Freeform 14">
                <a:extLst>
                  <a:ext uri="{FF2B5EF4-FFF2-40B4-BE49-F238E27FC236}">
                    <a16:creationId xmlns:a16="http://schemas.microsoft.com/office/drawing/2014/main" id="{DA9F96D7-B42C-4F80-8F26-72388FE0C2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52" name="Freeform 15">
                <a:extLst>
                  <a:ext uri="{FF2B5EF4-FFF2-40B4-BE49-F238E27FC236}">
                    <a16:creationId xmlns:a16="http://schemas.microsoft.com/office/drawing/2014/main" id="{5C9D5861-5A45-408A-A25E-61ED661AD7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53" name="Line 16">
                <a:extLst>
                  <a:ext uri="{FF2B5EF4-FFF2-40B4-BE49-F238E27FC236}">
                    <a16:creationId xmlns:a16="http://schemas.microsoft.com/office/drawing/2014/main" id="{DEEF5DD7-13B2-4CBB-A1AE-193A618B0F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5154" name="Freeform 17">
                <a:extLst>
                  <a:ext uri="{FF2B5EF4-FFF2-40B4-BE49-F238E27FC236}">
                    <a16:creationId xmlns:a16="http://schemas.microsoft.com/office/drawing/2014/main" id="{3D896DDA-5AD2-4360-9E65-A792131051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55" name="Freeform 18">
                <a:extLst>
                  <a:ext uri="{FF2B5EF4-FFF2-40B4-BE49-F238E27FC236}">
                    <a16:creationId xmlns:a16="http://schemas.microsoft.com/office/drawing/2014/main" id="{C088F3B1-D893-4078-8EAE-6A3776F675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56" name="Freeform 19">
                <a:extLst>
                  <a:ext uri="{FF2B5EF4-FFF2-40B4-BE49-F238E27FC236}">
                    <a16:creationId xmlns:a16="http://schemas.microsoft.com/office/drawing/2014/main" id="{23CCB367-42E1-4DEF-BABD-7457EB9F28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57" name="Freeform 20">
                <a:extLst>
                  <a:ext uri="{FF2B5EF4-FFF2-40B4-BE49-F238E27FC236}">
                    <a16:creationId xmlns:a16="http://schemas.microsoft.com/office/drawing/2014/main" id="{BAFD46CE-CD21-4C8E-8ACE-B1A0B74A90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58" name="Rectangle 21">
                <a:extLst>
                  <a:ext uri="{FF2B5EF4-FFF2-40B4-BE49-F238E27FC236}">
                    <a16:creationId xmlns:a16="http://schemas.microsoft.com/office/drawing/2014/main" id="{23980A26-1FFF-4434-A77C-C5A1C96A54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5159" name="Freeform 22">
                <a:extLst>
                  <a:ext uri="{FF2B5EF4-FFF2-40B4-BE49-F238E27FC236}">
                    <a16:creationId xmlns:a16="http://schemas.microsoft.com/office/drawing/2014/main" id="{AE64C1E5-E917-4222-8080-3EF831FB46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60" name="Freeform 23">
                <a:extLst>
                  <a:ext uri="{FF2B5EF4-FFF2-40B4-BE49-F238E27FC236}">
                    <a16:creationId xmlns:a16="http://schemas.microsoft.com/office/drawing/2014/main" id="{D4D42DE6-99E5-4D28-834E-6601A7DD93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61" name="Freeform 24">
                <a:extLst>
                  <a:ext uri="{FF2B5EF4-FFF2-40B4-BE49-F238E27FC236}">
                    <a16:creationId xmlns:a16="http://schemas.microsoft.com/office/drawing/2014/main" id="{194304B3-4C44-49E0-A677-19E2DA8CC9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62" name="Freeform 25">
                <a:extLst>
                  <a:ext uri="{FF2B5EF4-FFF2-40B4-BE49-F238E27FC236}">
                    <a16:creationId xmlns:a16="http://schemas.microsoft.com/office/drawing/2014/main" id="{C726387F-F77D-4FB6-A177-1DC6115E84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63" name="Freeform 26">
                <a:extLst>
                  <a:ext uri="{FF2B5EF4-FFF2-40B4-BE49-F238E27FC236}">
                    <a16:creationId xmlns:a16="http://schemas.microsoft.com/office/drawing/2014/main" id="{2F09766D-0653-4646-BA37-8FC23294BA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64" name="Freeform 27">
                <a:extLst>
                  <a:ext uri="{FF2B5EF4-FFF2-40B4-BE49-F238E27FC236}">
                    <a16:creationId xmlns:a16="http://schemas.microsoft.com/office/drawing/2014/main" id="{F50D9867-C9E0-462B-894F-B2F97E26AC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65" name="Freeform 28">
                <a:extLst>
                  <a:ext uri="{FF2B5EF4-FFF2-40B4-BE49-F238E27FC236}">
                    <a16:creationId xmlns:a16="http://schemas.microsoft.com/office/drawing/2014/main" id="{44179987-9B3B-4BC1-9BDA-EC9F30A379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66" name="Freeform 29">
                <a:extLst>
                  <a:ext uri="{FF2B5EF4-FFF2-40B4-BE49-F238E27FC236}">
                    <a16:creationId xmlns:a16="http://schemas.microsoft.com/office/drawing/2014/main" id="{EF0E5480-8C2D-4FFE-9357-938DF0642B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67" name="Freeform 30">
                <a:extLst>
                  <a:ext uri="{FF2B5EF4-FFF2-40B4-BE49-F238E27FC236}">
                    <a16:creationId xmlns:a16="http://schemas.microsoft.com/office/drawing/2014/main" id="{FDAC2F76-95E6-4EE4-8A26-47CDAE5C62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68" name="Freeform 31">
                <a:extLst>
                  <a:ext uri="{FF2B5EF4-FFF2-40B4-BE49-F238E27FC236}">
                    <a16:creationId xmlns:a16="http://schemas.microsoft.com/office/drawing/2014/main" id="{249EB4AA-5D5B-4A3A-9F2D-6E4EDF2046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5131" name="Group 5130">
              <a:extLst>
                <a:ext uri="{FF2B5EF4-FFF2-40B4-BE49-F238E27FC236}">
                  <a16:creationId xmlns:a16="http://schemas.microsoft.com/office/drawing/2014/main" id="{375D3DC5-0B19-4EA9-A350-6218AC28CD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5132" name="Freeform 32">
                <a:extLst>
                  <a:ext uri="{FF2B5EF4-FFF2-40B4-BE49-F238E27FC236}">
                    <a16:creationId xmlns:a16="http://schemas.microsoft.com/office/drawing/2014/main" id="{86B5A458-9418-4EDA-9B6F-E4754ABAD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33" name="Freeform 33">
                <a:extLst>
                  <a:ext uri="{FF2B5EF4-FFF2-40B4-BE49-F238E27FC236}">
                    <a16:creationId xmlns:a16="http://schemas.microsoft.com/office/drawing/2014/main" id="{6307D20D-BE6F-4BFD-8A35-230A01AD72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34" name="Freeform 34">
                <a:extLst>
                  <a:ext uri="{FF2B5EF4-FFF2-40B4-BE49-F238E27FC236}">
                    <a16:creationId xmlns:a16="http://schemas.microsoft.com/office/drawing/2014/main" id="{37A04039-8217-4B7F-8F43-4039DF087D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35" name="Freeform 35">
                <a:extLst>
                  <a:ext uri="{FF2B5EF4-FFF2-40B4-BE49-F238E27FC236}">
                    <a16:creationId xmlns:a16="http://schemas.microsoft.com/office/drawing/2014/main" id="{CA6CE641-5DEB-4A06-B9C3-B726A334C2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36" name="Freeform 36">
                <a:extLst>
                  <a:ext uri="{FF2B5EF4-FFF2-40B4-BE49-F238E27FC236}">
                    <a16:creationId xmlns:a16="http://schemas.microsoft.com/office/drawing/2014/main" id="{D08C7C1C-DF39-4479-94BD-47E71DE422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37" name="Freeform 37">
                <a:extLst>
                  <a:ext uri="{FF2B5EF4-FFF2-40B4-BE49-F238E27FC236}">
                    <a16:creationId xmlns:a16="http://schemas.microsoft.com/office/drawing/2014/main" id="{27C5EAA7-E449-48C0-9B14-E677E6ECF8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38" name="Freeform 38">
                <a:extLst>
                  <a:ext uri="{FF2B5EF4-FFF2-40B4-BE49-F238E27FC236}">
                    <a16:creationId xmlns:a16="http://schemas.microsoft.com/office/drawing/2014/main" id="{AA6A8A39-39D4-41FE-9974-CB46106A73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39" name="Freeform 39">
                <a:extLst>
                  <a:ext uri="{FF2B5EF4-FFF2-40B4-BE49-F238E27FC236}">
                    <a16:creationId xmlns:a16="http://schemas.microsoft.com/office/drawing/2014/main" id="{433C6D82-AE91-4A0C-97C6-34399C908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40" name="Freeform 40">
                <a:extLst>
                  <a:ext uri="{FF2B5EF4-FFF2-40B4-BE49-F238E27FC236}">
                    <a16:creationId xmlns:a16="http://schemas.microsoft.com/office/drawing/2014/main" id="{D4C06E36-D233-423A-BC95-5B4D5BE35C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41" name="Rectangle 41">
                <a:extLst>
                  <a:ext uri="{FF2B5EF4-FFF2-40B4-BE49-F238E27FC236}">
                    <a16:creationId xmlns:a16="http://schemas.microsoft.com/office/drawing/2014/main" id="{E1B0EEC1-CF7A-4761-B477-941DB41A83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748005C4-0F10-4EA4-BBB1-44F48F7A4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0" i="0" u="none" strike="noStrike">
                <a:effectLst/>
              </a:rPr>
              <a:t>Personal Assistant and Scheduler</a:t>
            </a:r>
            <a:br>
              <a:rPr lang="en-US" b="0" i="0" u="none" strike="noStrike">
                <a:effectLst/>
              </a:rPr>
            </a:br>
            <a:endParaRPr lang="en-US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1DCB6C1-8A26-77B7-1A18-047F47FC7228}"/>
              </a:ext>
            </a:extLst>
          </p:cNvPr>
          <p:cNvSpPr txBox="1"/>
          <p:nvPr/>
        </p:nvSpPr>
        <p:spPr>
          <a:xfrm>
            <a:off x="1141412" y="2249487"/>
            <a:ext cx="4844521" cy="35417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2200" dirty="0"/>
              <a:t>Appointments</a:t>
            </a: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2200" dirty="0"/>
              <a:t>Reminding you of important events</a:t>
            </a: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2200" dirty="0"/>
              <a:t>Meetings</a:t>
            </a: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2200" dirty="0"/>
              <a:t>Deadlines</a:t>
            </a:r>
          </a:p>
        </p:txBody>
      </p:sp>
      <p:pic>
        <p:nvPicPr>
          <p:cNvPr id="5122" name="Picture 2" descr="4 Best Appointment Scheduling Apps for Android in 2022 - Guiding Tech">
            <a:extLst>
              <a:ext uri="{FF2B5EF4-FFF2-40B4-BE49-F238E27FC236}">
                <a16:creationId xmlns:a16="http://schemas.microsoft.com/office/drawing/2014/main" id="{F93314CE-3A9E-3A78-A87F-891F37F7AD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6" r="6204" b="-1"/>
          <a:stretch/>
        </p:blipFill>
        <p:spPr bwMode="auto">
          <a:xfrm>
            <a:off x="6392335" y="2497720"/>
            <a:ext cx="4655075" cy="3047892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1647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95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197" name="Group 6152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6154" name="Group 6153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6166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6167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168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169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170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171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172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173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174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175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176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177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6178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179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180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181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182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6183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184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185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186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187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188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189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190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191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192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6155" name="Group 6154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6156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157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158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159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160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161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162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163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164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165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 useBgFill="1">
        <p:nvSpPr>
          <p:cNvPr id="6194" name="Rectangle 6193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96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8D5CA1AD-ACBE-E735-DF23-C724A5344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0" i="0" u="none" strike="noStrike">
                <a:effectLst/>
              </a:rPr>
              <a:t>Email Management</a:t>
            </a:r>
            <a:br>
              <a:rPr lang="en-US" sz="3200"/>
            </a:br>
            <a:endParaRPr lang="en-US" sz="320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02B968D-81BE-D2F3-3545-3E5595C873D4}"/>
              </a:ext>
            </a:extLst>
          </p:cNvPr>
          <p:cNvSpPr txBox="1"/>
          <p:nvPr/>
        </p:nvSpPr>
        <p:spPr>
          <a:xfrm>
            <a:off x="1141412" y="2249487"/>
            <a:ext cx="4459287" cy="3965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2200" dirty="0"/>
              <a:t>Scans incoming emails</a:t>
            </a: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2200" dirty="0"/>
              <a:t>Highlights important messages</a:t>
            </a: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2200" dirty="0"/>
              <a:t>Deleting </a:t>
            </a:r>
            <a:r>
              <a:rPr lang="en-US" sz="2200" dirty="0" err="1"/>
              <a:t>unwant</a:t>
            </a:r>
            <a:r>
              <a:rPr lang="en-US" sz="2200" dirty="0"/>
              <a:t> or spam emails</a:t>
            </a:r>
          </a:p>
        </p:txBody>
      </p:sp>
      <p:pic>
        <p:nvPicPr>
          <p:cNvPr id="6146" name="Picture 2" descr="Les différents types d'emailing : définitions et objectifs">
            <a:extLst>
              <a:ext uri="{FF2B5EF4-FFF2-40B4-BE49-F238E27FC236}">
                <a16:creationId xmlns:a16="http://schemas.microsoft.com/office/drawing/2014/main" id="{65E74A23-6E82-B453-1DAD-BE65373CBB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1706635"/>
            <a:ext cx="5456279" cy="3419780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198" name="Group 6197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199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200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01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02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03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04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05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06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07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08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09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10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6211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12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13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14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15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216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17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18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19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20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21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22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23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24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25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</p:spTree>
    <p:extLst>
      <p:ext uri="{BB962C8B-B14F-4D97-AF65-F5344CB8AC3E}">
        <p14:creationId xmlns:p14="http://schemas.microsoft.com/office/powerpoint/2010/main" val="174643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43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344" name="Group 7301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7303" name="Group 7302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7315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7316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317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318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319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320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321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322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323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324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325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326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7327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328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329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330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331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7332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333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334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335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336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337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338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339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340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341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7304" name="Group 7303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7305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306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307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308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309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310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311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312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313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314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C97BFE18-C0FF-8E07-AB99-67970D0DF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0" i="0" u="none" strike="noStrike">
                <a:effectLst/>
              </a:rPr>
              <a:t>Object Locator</a:t>
            </a:r>
            <a:br>
              <a:rPr lang="en-US" b="0" i="0" u="none" strike="noStrike">
                <a:effectLst/>
              </a:rPr>
            </a:br>
            <a:endParaRPr lang="en-US"/>
          </a:p>
        </p:txBody>
      </p:sp>
      <p:pic>
        <p:nvPicPr>
          <p:cNvPr id="7172" name="Picture 4" descr="GPS - Système De Localisation Mondial, Concept De Cheminement De Technologie  De Contrôle De Navigation Photo stock - Image du affaires, rail: 135932858">
            <a:extLst>
              <a:ext uri="{FF2B5EF4-FFF2-40B4-BE49-F238E27FC236}">
                <a16:creationId xmlns:a16="http://schemas.microsoft.com/office/drawing/2014/main" id="{63C8E8F4-7445-FB92-4EED-474D817E7B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41411" y="2699094"/>
            <a:ext cx="4689234" cy="2650436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0B05AE4D-43CD-C4A6-9B64-B4C39CEE908F}"/>
              </a:ext>
            </a:extLst>
          </p:cNvPr>
          <p:cNvSpPr txBox="1"/>
          <p:nvPr/>
        </p:nvSpPr>
        <p:spPr>
          <a:xfrm>
            <a:off x="6336727" y="2249487"/>
            <a:ext cx="4710683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2200" dirty="0"/>
              <a:t>It locates lost items</a:t>
            </a: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2200" dirty="0"/>
              <a:t>Using RFID and </a:t>
            </a:r>
            <a:r>
              <a:rPr lang="en-US" sz="2200" dirty="0" err="1"/>
              <a:t>intelligents</a:t>
            </a:r>
            <a:r>
              <a:rPr lang="en-US" sz="2200" dirty="0"/>
              <a:t> </a:t>
            </a:r>
            <a:r>
              <a:rPr lang="en-US" sz="2200" dirty="0" err="1"/>
              <a:t>algorythms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892869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9" name="Picture 2">
            <a:extLst>
              <a:ext uri="{FF2B5EF4-FFF2-40B4-BE49-F238E27FC236}">
                <a16:creationId xmlns:a16="http://schemas.microsoft.com/office/drawing/2014/main" id="{59FACE42-44B0-4185-8ED4-9043A78C8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 xmlns:p14="http://schemas.microsoft.com/office/powerpoint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201" name="Group 8200">
            <a:extLst>
              <a:ext uri="{FF2B5EF4-FFF2-40B4-BE49-F238E27FC236}">
                <a16:creationId xmlns:a16="http://schemas.microsoft.com/office/drawing/2014/main" id="{A838DBA2-246D-4087-AE0A-6EA2B4B65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8202" name="Group 8201">
              <a:extLst>
                <a:ext uri="{FF2B5EF4-FFF2-40B4-BE49-F238E27FC236}">
                  <a16:creationId xmlns:a16="http://schemas.microsoft.com/office/drawing/2014/main" id="{B4406F95-9579-494D-BE1E-A012A7F4C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8214" name="Rectangle 5">
                <a:extLst>
                  <a:ext uri="{FF2B5EF4-FFF2-40B4-BE49-F238E27FC236}">
                    <a16:creationId xmlns:a16="http://schemas.microsoft.com/office/drawing/2014/main" id="{4C8D671A-5C73-44CA-B6D0-7F3BC195BA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8215" name="Freeform 6">
                <a:extLst>
                  <a:ext uri="{FF2B5EF4-FFF2-40B4-BE49-F238E27FC236}">
                    <a16:creationId xmlns:a16="http://schemas.microsoft.com/office/drawing/2014/main" id="{F0DB3AC8-B5AD-4004-B0B9-74B58BECA0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216" name="Freeform 7">
                <a:extLst>
                  <a:ext uri="{FF2B5EF4-FFF2-40B4-BE49-F238E27FC236}">
                    <a16:creationId xmlns:a16="http://schemas.microsoft.com/office/drawing/2014/main" id="{F3B2C8F3-E236-45B2-B2E1-8460F8FD6D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217" name="Freeform 8">
                <a:extLst>
                  <a:ext uri="{FF2B5EF4-FFF2-40B4-BE49-F238E27FC236}">
                    <a16:creationId xmlns:a16="http://schemas.microsoft.com/office/drawing/2014/main" id="{761EE3AC-0BC2-4A29-AD58-5CB0EEFF96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218" name="Freeform 9">
                <a:extLst>
                  <a:ext uri="{FF2B5EF4-FFF2-40B4-BE49-F238E27FC236}">
                    <a16:creationId xmlns:a16="http://schemas.microsoft.com/office/drawing/2014/main" id="{38DC43BE-83DD-43F3-A21F-9B58B1074F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219" name="Freeform 10">
                <a:extLst>
                  <a:ext uri="{FF2B5EF4-FFF2-40B4-BE49-F238E27FC236}">
                    <a16:creationId xmlns:a16="http://schemas.microsoft.com/office/drawing/2014/main" id="{112583CE-53E8-48F6-9F71-25A32BFD61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220" name="Freeform 11">
                <a:extLst>
                  <a:ext uri="{FF2B5EF4-FFF2-40B4-BE49-F238E27FC236}">
                    <a16:creationId xmlns:a16="http://schemas.microsoft.com/office/drawing/2014/main" id="{229A7966-2C4F-4334-8FB7-08521F984D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221" name="Freeform 12">
                <a:extLst>
                  <a:ext uri="{FF2B5EF4-FFF2-40B4-BE49-F238E27FC236}">
                    <a16:creationId xmlns:a16="http://schemas.microsoft.com/office/drawing/2014/main" id="{656FCF6A-DF5B-42AA-83C4-22CD7B9947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222" name="Freeform 13">
                <a:extLst>
                  <a:ext uri="{FF2B5EF4-FFF2-40B4-BE49-F238E27FC236}">
                    <a16:creationId xmlns:a16="http://schemas.microsoft.com/office/drawing/2014/main" id="{E908B3EE-F31D-4E8D-BF3C-71F5B35F02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223" name="Freeform 14">
                <a:extLst>
                  <a:ext uri="{FF2B5EF4-FFF2-40B4-BE49-F238E27FC236}">
                    <a16:creationId xmlns:a16="http://schemas.microsoft.com/office/drawing/2014/main" id="{DA9F96D7-B42C-4F80-8F26-72388FE0C2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224" name="Freeform 15">
                <a:extLst>
                  <a:ext uri="{FF2B5EF4-FFF2-40B4-BE49-F238E27FC236}">
                    <a16:creationId xmlns:a16="http://schemas.microsoft.com/office/drawing/2014/main" id="{5C9D5861-5A45-408A-A25E-61ED661AD7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225" name="Line 16">
                <a:extLst>
                  <a:ext uri="{FF2B5EF4-FFF2-40B4-BE49-F238E27FC236}">
                    <a16:creationId xmlns:a16="http://schemas.microsoft.com/office/drawing/2014/main" id="{DEEF5DD7-13B2-4CBB-A1AE-193A618B0F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8226" name="Freeform 17">
                <a:extLst>
                  <a:ext uri="{FF2B5EF4-FFF2-40B4-BE49-F238E27FC236}">
                    <a16:creationId xmlns:a16="http://schemas.microsoft.com/office/drawing/2014/main" id="{3D896DDA-5AD2-4360-9E65-A792131051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227" name="Freeform 18">
                <a:extLst>
                  <a:ext uri="{FF2B5EF4-FFF2-40B4-BE49-F238E27FC236}">
                    <a16:creationId xmlns:a16="http://schemas.microsoft.com/office/drawing/2014/main" id="{C088F3B1-D893-4078-8EAE-6A3776F675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228" name="Freeform 19">
                <a:extLst>
                  <a:ext uri="{FF2B5EF4-FFF2-40B4-BE49-F238E27FC236}">
                    <a16:creationId xmlns:a16="http://schemas.microsoft.com/office/drawing/2014/main" id="{23CCB367-42E1-4DEF-BABD-7457EB9F28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229" name="Freeform 20">
                <a:extLst>
                  <a:ext uri="{FF2B5EF4-FFF2-40B4-BE49-F238E27FC236}">
                    <a16:creationId xmlns:a16="http://schemas.microsoft.com/office/drawing/2014/main" id="{BAFD46CE-CD21-4C8E-8ACE-B1A0B74A90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230" name="Rectangle 21">
                <a:extLst>
                  <a:ext uri="{FF2B5EF4-FFF2-40B4-BE49-F238E27FC236}">
                    <a16:creationId xmlns:a16="http://schemas.microsoft.com/office/drawing/2014/main" id="{23980A26-1FFF-4434-A77C-C5A1C96A54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8231" name="Freeform 22">
                <a:extLst>
                  <a:ext uri="{FF2B5EF4-FFF2-40B4-BE49-F238E27FC236}">
                    <a16:creationId xmlns:a16="http://schemas.microsoft.com/office/drawing/2014/main" id="{AE64C1E5-E917-4222-8080-3EF831FB46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232" name="Freeform 23">
                <a:extLst>
                  <a:ext uri="{FF2B5EF4-FFF2-40B4-BE49-F238E27FC236}">
                    <a16:creationId xmlns:a16="http://schemas.microsoft.com/office/drawing/2014/main" id="{D4D42DE6-99E5-4D28-834E-6601A7DD93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233" name="Freeform 24">
                <a:extLst>
                  <a:ext uri="{FF2B5EF4-FFF2-40B4-BE49-F238E27FC236}">
                    <a16:creationId xmlns:a16="http://schemas.microsoft.com/office/drawing/2014/main" id="{194304B3-4C44-49E0-A677-19E2DA8CC9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234" name="Freeform 25">
                <a:extLst>
                  <a:ext uri="{FF2B5EF4-FFF2-40B4-BE49-F238E27FC236}">
                    <a16:creationId xmlns:a16="http://schemas.microsoft.com/office/drawing/2014/main" id="{C726387F-F77D-4FB6-A177-1DC6115E84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235" name="Freeform 26">
                <a:extLst>
                  <a:ext uri="{FF2B5EF4-FFF2-40B4-BE49-F238E27FC236}">
                    <a16:creationId xmlns:a16="http://schemas.microsoft.com/office/drawing/2014/main" id="{2F09766D-0653-4646-BA37-8FC23294BA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236" name="Freeform 27">
                <a:extLst>
                  <a:ext uri="{FF2B5EF4-FFF2-40B4-BE49-F238E27FC236}">
                    <a16:creationId xmlns:a16="http://schemas.microsoft.com/office/drawing/2014/main" id="{F50D9867-C9E0-462B-894F-B2F97E26AC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237" name="Freeform 28">
                <a:extLst>
                  <a:ext uri="{FF2B5EF4-FFF2-40B4-BE49-F238E27FC236}">
                    <a16:creationId xmlns:a16="http://schemas.microsoft.com/office/drawing/2014/main" id="{44179987-9B3B-4BC1-9BDA-EC9F30A379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238" name="Freeform 29">
                <a:extLst>
                  <a:ext uri="{FF2B5EF4-FFF2-40B4-BE49-F238E27FC236}">
                    <a16:creationId xmlns:a16="http://schemas.microsoft.com/office/drawing/2014/main" id="{EF0E5480-8C2D-4FFE-9357-938DF0642B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239" name="Freeform 30">
                <a:extLst>
                  <a:ext uri="{FF2B5EF4-FFF2-40B4-BE49-F238E27FC236}">
                    <a16:creationId xmlns:a16="http://schemas.microsoft.com/office/drawing/2014/main" id="{FDAC2F76-95E6-4EE4-8A26-47CDAE5C62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240" name="Freeform 31">
                <a:extLst>
                  <a:ext uri="{FF2B5EF4-FFF2-40B4-BE49-F238E27FC236}">
                    <a16:creationId xmlns:a16="http://schemas.microsoft.com/office/drawing/2014/main" id="{249EB4AA-5D5B-4A3A-9F2D-6E4EDF2046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8203" name="Group 8202">
              <a:extLst>
                <a:ext uri="{FF2B5EF4-FFF2-40B4-BE49-F238E27FC236}">
                  <a16:creationId xmlns:a16="http://schemas.microsoft.com/office/drawing/2014/main" id="{375D3DC5-0B19-4EA9-A350-6218AC28CD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8204" name="Freeform 32">
                <a:extLst>
                  <a:ext uri="{FF2B5EF4-FFF2-40B4-BE49-F238E27FC236}">
                    <a16:creationId xmlns:a16="http://schemas.microsoft.com/office/drawing/2014/main" id="{86B5A458-9418-4EDA-9B6F-E4754ABAD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205" name="Freeform 33">
                <a:extLst>
                  <a:ext uri="{FF2B5EF4-FFF2-40B4-BE49-F238E27FC236}">
                    <a16:creationId xmlns:a16="http://schemas.microsoft.com/office/drawing/2014/main" id="{6307D20D-BE6F-4BFD-8A35-230A01AD72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206" name="Freeform 34">
                <a:extLst>
                  <a:ext uri="{FF2B5EF4-FFF2-40B4-BE49-F238E27FC236}">
                    <a16:creationId xmlns:a16="http://schemas.microsoft.com/office/drawing/2014/main" id="{37A04039-8217-4B7F-8F43-4039DF087D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207" name="Freeform 35">
                <a:extLst>
                  <a:ext uri="{FF2B5EF4-FFF2-40B4-BE49-F238E27FC236}">
                    <a16:creationId xmlns:a16="http://schemas.microsoft.com/office/drawing/2014/main" id="{CA6CE641-5DEB-4A06-B9C3-B726A334C2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208" name="Freeform 36">
                <a:extLst>
                  <a:ext uri="{FF2B5EF4-FFF2-40B4-BE49-F238E27FC236}">
                    <a16:creationId xmlns:a16="http://schemas.microsoft.com/office/drawing/2014/main" id="{D08C7C1C-DF39-4479-94BD-47E71DE422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209" name="Freeform 37">
                <a:extLst>
                  <a:ext uri="{FF2B5EF4-FFF2-40B4-BE49-F238E27FC236}">
                    <a16:creationId xmlns:a16="http://schemas.microsoft.com/office/drawing/2014/main" id="{27C5EAA7-E449-48C0-9B14-E677E6ECF8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210" name="Freeform 38">
                <a:extLst>
                  <a:ext uri="{FF2B5EF4-FFF2-40B4-BE49-F238E27FC236}">
                    <a16:creationId xmlns:a16="http://schemas.microsoft.com/office/drawing/2014/main" id="{AA6A8A39-39D4-41FE-9974-CB46106A73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211" name="Freeform 39">
                <a:extLst>
                  <a:ext uri="{FF2B5EF4-FFF2-40B4-BE49-F238E27FC236}">
                    <a16:creationId xmlns:a16="http://schemas.microsoft.com/office/drawing/2014/main" id="{433C6D82-AE91-4A0C-97C6-34399C908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212" name="Freeform 40">
                <a:extLst>
                  <a:ext uri="{FF2B5EF4-FFF2-40B4-BE49-F238E27FC236}">
                    <a16:creationId xmlns:a16="http://schemas.microsoft.com/office/drawing/2014/main" id="{D4C06E36-D233-423A-BC95-5B4D5BE35C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213" name="Rectangle 41">
                <a:extLst>
                  <a:ext uri="{FF2B5EF4-FFF2-40B4-BE49-F238E27FC236}">
                    <a16:creationId xmlns:a16="http://schemas.microsoft.com/office/drawing/2014/main" id="{E1B0EEC1-CF7A-4761-B477-941DB41A83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C1B31744-FDA4-75AB-3E0E-C1F74E44E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0" i="0" u="none" strike="noStrike">
                <a:effectLst/>
              </a:rPr>
              <a:t>Intelligent Reminder System </a:t>
            </a:r>
            <a:br>
              <a:rPr lang="en-US" b="0" i="0" u="none" strike="noStrike">
                <a:effectLst/>
              </a:rPr>
            </a:br>
            <a:endParaRPr lang="en-US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2C73DAE-E173-AADC-1EA9-EBBE08FD7C6A}"/>
              </a:ext>
            </a:extLst>
          </p:cNvPr>
          <p:cNvSpPr txBox="1"/>
          <p:nvPr/>
        </p:nvSpPr>
        <p:spPr>
          <a:xfrm>
            <a:off x="1141412" y="2249487"/>
            <a:ext cx="4844521" cy="35417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2200" dirty="0"/>
              <a:t>It learns your habits and preferences</a:t>
            </a: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2200" dirty="0"/>
              <a:t>Reminding you to perform daily tasks</a:t>
            </a: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8194" name="Picture 2" descr="Icône E-learning Dans La Main Robotique. Concept De Technologie Innovante  D'éducation En Ligne Et Internet. | Vecteur Premium">
            <a:extLst>
              <a:ext uri="{FF2B5EF4-FFF2-40B4-BE49-F238E27FC236}">
                <a16:creationId xmlns:a16="http://schemas.microsoft.com/office/drawing/2014/main" id="{7FCD6378-1AEE-4F2A-F244-A1CD218D82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4" r="5519" b="2"/>
          <a:stretch/>
        </p:blipFill>
        <p:spPr bwMode="auto">
          <a:xfrm>
            <a:off x="6392335" y="2497720"/>
            <a:ext cx="4655075" cy="3047892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6274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3" name="Picture 2">
            <a:extLst>
              <a:ext uri="{FF2B5EF4-FFF2-40B4-BE49-F238E27FC236}">
                <a16:creationId xmlns:a16="http://schemas.microsoft.com/office/drawing/2014/main" id="{59FACE42-44B0-4185-8ED4-9043A78C8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 xmlns:p14="http://schemas.microsoft.com/office/powerpoint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05" name="Group 4104">
            <a:extLst>
              <a:ext uri="{FF2B5EF4-FFF2-40B4-BE49-F238E27FC236}">
                <a16:creationId xmlns:a16="http://schemas.microsoft.com/office/drawing/2014/main" id="{A838DBA2-246D-4087-AE0A-6EA2B4B65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4106" name="Group 4105">
              <a:extLst>
                <a:ext uri="{FF2B5EF4-FFF2-40B4-BE49-F238E27FC236}">
                  <a16:creationId xmlns:a16="http://schemas.microsoft.com/office/drawing/2014/main" id="{B4406F95-9579-494D-BE1E-A012A7F4C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4118" name="Rectangle 5">
                <a:extLst>
                  <a:ext uri="{FF2B5EF4-FFF2-40B4-BE49-F238E27FC236}">
                    <a16:creationId xmlns:a16="http://schemas.microsoft.com/office/drawing/2014/main" id="{4C8D671A-5C73-44CA-B6D0-7F3BC195BA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4119" name="Freeform 6">
                <a:extLst>
                  <a:ext uri="{FF2B5EF4-FFF2-40B4-BE49-F238E27FC236}">
                    <a16:creationId xmlns:a16="http://schemas.microsoft.com/office/drawing/2014/main" id="{F0DB3AC8-B5AD-4004-B0B9-74B58BECA0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20" name="Freeform 7">
                <a:extLst>
                  <a:ext uri="{FF2B5EF4-FFF2-40B4-BE49-F238E27FC236}">
                    <a16:creationId xmlns:a16="http://schemas.microsoft.com/office/drawing/2014/main" id="{F3B2C8F3-E236-45B2-B2E1-8460F8FD6D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21" name="Freeform 8">
                <a:extLst>
                  <a:ext uri="{FF2B5EF4-FFF2-40B4-BE49-F238E27FC236}">
                    <a16:creationId xmlns:a16="http://schemas.microsoft.com/office/drawing/2014/main" id="{761EE3AC-0BC2-4A29-AD58-5CB0EEFF96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22" name="Freeform 9">
                <a:extLst>
                  <a:ext uri="{FF2B5EF4-FFF2-40B4-BE49-F238E27FC236}">
                    <a16:creationId xmlns:a16="http://schemas.microsoft.com/office/drawing/2014/main" id="{38DC43BE-83DD-43F3-A21F-9B58B1074F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23" name="Freeform 10">
                <a:extLst>
                  <a:ext uri="{FF2B5EF4-FFF2-40B4-BE49-F238E27FC236}">
                    <a16:creationId xmlns:a16="http://schemas.microsoft.com/office/drawing/2014/main" id="{112583CE-53E8-48F6-9F71-25A32BFD61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24" name="Freeform 11">
                <a:extLst>
                  <a:ext uri="{FF2B5EF4-FFF2-40B4-BE49-F238E27FC236}">
                    <a16:creationId xmlns:a16="http://schemas.microsoft.com/office/drawing/2014/main" id="{229A7966-2C4F-4334-8FB7-08521F984D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25" name="Freeform 12">
                <a:extLst>
                  <a:ext uri="{FF2B5EF4-FFF2-40B4-BE49-F238E27FC236}">
                    <a16:creationId xmlns:a16="http://schemas.microsoft.com/office/drawing/2014/main" id="{656FCF6A-DF5B-42AA-83C4-22CD7B9947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26" name="Freeform 13">
                <a:extLst>
                  <a:ext uri="{FF2B5EF4-FFF2-40B4-BE49-F238E27FC236}">
                    <a16:creationId xmlns:a16="http://schemas.microsoft.com/office/drawing/2014/main" id="{E908B3EE-F31D-4E8D-BF3C-71F5B35F02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27" name="Freeform 14">
                <a:extLst>
                  <a:ext uri="{FF2B5EF4-FFF2-40B4-BE49-F238E27FC236}">
                    <a16:creationId xmlns:a16="http://schemas.microsoft.com/office/drawing/2014/main" id="{DA9F96D7-B42C-4F80-8F26-72388FE0C2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28" name="Freeform 15">
                <a:extLst>
                  <a:ext uri="{FF2B5EF4-FFF2-40B4-BE49-F238E27FC236}">
                    <a16:creationId xmlns:a16="http://schemas.microsoft.com/office/drawing/2014/main" id="{5C9D5861-5A45-408A-A25E-61ED661AD7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29" name="Line 16">
                <a:extLst>
                  <a:ext uri="{FF2B5EF4-FFF2-40B4-BE49-F238E27FC236}">
                    <a16:creationId xmlns:a16="http://schemas.microsoft.com/office/drawing/2014/main" id="{DEEF5DD7-13B2-4CBB-A1AE-193A618B0F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4130" name="Freeform 17">
                <a:extLst>
                  <a:ext uri="{FF2B5EF4-FFF2-40B4-BE49-F238E27FC236}">
                    <a16:creationId xmlns:a16="http://schemas.microsoft.com/office/drawing/2014/main" id="{3D896DDA-5AD2-4360-9E65-A792131051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31" name="Freeform 18">
                <a:extLst>
                  <a:ext uri="{FF2B5EF4-FFF2-40B4-BE49-F238E27FC236}">
                    <a16:creationId xmlns:a16="http://schemas.microsoft.com/office/drawing/2014/main" id="{C088F3B1-D893-4078-8EAE-6A3776F675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32" name="Freeform 19">
                <a:extLst>
                  <a:ext uri="{FF2B5EF4-FFF2-40B4-BE49-F238E27FC236}">
                    <a16:creationId xmlns:a16="http://schemas.microsoft.com/office/drawing/2014/main" id="{23CCB367-42E1-4DEF-BABD-7457EB9F28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33" name="Freeform 20">
                <a:extLst>
                  <a:ext uri="{FF2B5EF4-FFF2-40B4-BE49-F238E27FC236}">
                    <a16:creationId xmlns:a16="http://schemas.microsoft.com/office/drawing/2014/main" id="{BAFD46CE-CD21-4C8E-8ACE-B1A0B74A90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34" name="Rectangle 21">
                <a:extLst>
                  <a:ext uri="{FF2B5EF4-FFF2-40B4-BE49-F238E27FC236}">
                    <a16:creationId xmlns:a16="http://schemas.microsoft.com/office/drawing/2014/main" id="{23980A26-1FFF-4434-A77C-C5A1C96A54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4135" name="Freeform 22">
                <a:extLst>
                  <a:ext uri="{FF2B5EF4-FFF2-40B4-BE49-F238E27FC236}">
                    <a16:creationId xmlns:a16="http://schemas.microsoft.com/office/drawing/2014/main" id="{AE64C1E5-E917-4222-8080-3EF831FB46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36" name="Freeform 23">
                <a:extLst>
                  <a:ext uri="{FF2B5EF4-FFF2-40B4-BE49-F238E27FC236}">
                    <a16:creationId xmlns:a16="http://schemas.microsoft.com/office/drawing/2014/main" id="{D4D42DE6-99E5-4D28-834E-6601A7DD93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37" name="Freeform 24">
                <a:extLst>
                  <a:ext uri="{FF2B5EF4-FFF2-40B4-BE49-F238E27FC236}">
                    <a16:creationId xmlns:a16="http://schemas.microsoft.com/office/drawing/2014/main" id="{194304B3-4C44-49E0-A677-19E2DA8CC9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38" name="Freeform 25">
                <a:extLst>
                  <a:ext uri="{FF2B5EF4-FFF2-40B4-BE49-F238E27FC236}">
                    <a16:creationId xmlns:a16="http://schemas.microsoft.com/office/drawing/2014/main" id="{C726387F-F77D-4FB6-A177-1DC6115E84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39" name="Freeform 26">
                <a:extLst>
                  <a:ext uri="{FF2B5EF4-FFF2-40B4-BE49-F238E27FC236}">
                    <a16:creationId xmlns:a16="http://schemas.microsoft.com/office/drawing/2014/main" id="{2F09766D-0653-4646-BA37-8FC23294BA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40" name="Freeform 27">
                <a:extLst>
                  <a:ext uri="{FF2B5EF4-FFF2-40B4-BE49-F238E27FC236}">
                    <a16:creationId xmlns:a16="http://schemas.microsoft.com/office/drawing/2014/main" id="{F50D9867-C9E0-462B-894F-B2F97E26AC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41" name="Freeform 28">
                <a:extLst>
                  <a:ext uri="{FF2B5EF4-FFF2-40B4-BE49-F238E27FC236}">
                    <a16:creationId xmlns:a16="http://schemas.microsoft.com/office/drawing/2014/main" id="{44179987-9B3B-4BC1-9BDA-EC9F30A379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42" name="Freeform 29">
                <a:extLst>
                  <a:ext uri="{FF2B5EF4-FFF2-40B4-BE49-F238E27FC236}">
                    <a16:creationId xmlns:a16="http://schemas.microsoft.com/office/drawing/2014/main" id="{EF0E5480-8C2D-4FFE-9357-938DF0642B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43" name="Freeform 30">
                <a:extLst>
                  <a:ext uri="{FF2B5EF4-FFF2-40B4-BE49-F238E27FC236}">
                    <a16:creationId xmlns:a16="http://schemas.microsoft.com/office/drawing/2014/main" id="{FDAC2F76-95E6-4EE4-8A26-47CDAE5C62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44" name="Freeform 31">
                <a:extLst>
                  <a:ext uri="{FF2B5EF4-FFF2-40B4-BE49-F238E27FC236}">
                    <a16:creationId xmlns:a16="http://schemas.microsoft.com/office/drawing/2014/main" id="{249EB4AA-5D5B-4A3A-9F2D-6E4EDF2046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4107" name="Group 4106">
              <a:extLst>
                <a:ext uri="{FF2B5EF4-FFF2-40B4-BE49-F238E27FC236}">
                  <a16:creationId xmlns:a16="http://schemas.microsoft.com/office/drawing/2014/main" id="{375D3DC5-0B19-4EA9-A350-6218AC28CD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4108" name="Freeform 32">
                <a:extLst>
                  <a:ext uri="{FF2B5EF4-FFF2-40B4-BE49-F238E27FC236}">
                    <a16:creationId xmlns:a16="http://schemas.microsoft.com/office/drawing/2014/main" id="{86B5A458-9418-4EDA-9B6F-E4754ABAD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09" name="Freeform 33">
                <a:extLst>
                  <a:ext uri="{FF2B5EF4-FFF2-40B4-BE49-F238E27FC236}">
                    <a16:creationId xmlns:a16="http://schemas.microsoft.com/office/drawing/2014/main" id="{6307D20D-BE6F-4BFD-8A35-230A01AD72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10" name="Freeform 34">
                <a:extLst>
                  <a:ext uri="{FF2B5EF4-FFF2-40B4-BE49-F238E27FC236}">
                    <a16:creationId xmlns:a16="http://schemas.microsoft.com/office/drawing/2014/main" id="{37A04039-8217-4B7F-8F43-4039DF087D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11" name="Freeform 35">
                <a:extLst>
                  <a:ext uri="{FF2B5EF4-FFF2-40B4-BE49-F238E27FC236}">
                    <a16:creationId xmlns:a16="http://schemas.microsoft.com/office/drawing/2014/main" id="{CA6CE641-5DEB-4A06-B9C3-B726A334C2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12" name="Freeform 36">
                <a:extLst>
                  <a:ext uri="{FF2B5EF4-FFF2-40B4-BE49-F238E27FC236}">
                    <a16:creationId xmlns:a16="http://schemas.microsoft.com/office/drawing/2014/main" id="{D08C7C1C-DF39-4479-94BD-47E71DE422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13" name="Freeform 37">
                <a:extLst>
                  <a:ext uri="{FF2B5EF4-FFF2-40B4-BE49-F238E27FC236}">
                    <a16:creationId xmlns:a16="http://schemas.microsoft.com/office/drawing/2014/main" id="{27C5EAA7-E449-48C0-9B14-E677E6ECF8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14" name="Freeform 38">
                <a:extLst>
                  <a:ext uri="{FF2B5EF4-FFF2-40B4-BE49-F238E27FC236}">
                    <a16:creationId xmlns:a16="http://schemas.microsoft.com/office/drawing/2014/main" id="{AA6A8A39-39D4-41FE-9974-CB46106A73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15" name="Freeform 39">
                <a:extLst>
                  <a:ext uri="{FF2B5EF4-FFF2-40B4-BE49-F238E27FC236}">
                    <a16:creationId xmlns:a16="http://schemas.microsoft.com/office/drawing/2014/main" id="{433C6D82-AE91-4A0C-97C6-34399C908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16" name="Freeform 40">
                <a:extLst>
                  <a:ext uri="{FF2B5EF4-FFF2-40B4-BE49-F238E27FC236}">
                    <a16:creationId xmlns:a16="http://schemas.microsoft.com/office/drawing/2014/main" id="{D4C06E36-D233-423A-BC95-5B4D5BE35C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17" name="Rectangle 41">
                <a:extLst>
                  <a:ext uri="{FF2B5EF4-FFF2-40B4-BE49-F238E27FC236}">
                    <a16:creationId xmlns:a16="http://schemas.microsoft.com/office/drawing/2014/main" id="{E1B0EEC1-CF7A-4761-B477-941DB41A83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DD1A006D-BF1B-4F73-F118-B575AA542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0" i="0" u="none" strike="noStrike">
                <a:effectLst/>
              </a:rPr>
              <a:t>Language Translation</a:t>
            </a:r>
            <a:br>
              <a:rPr lang="en-US"/>
            </a:br>
            <a:endParaRPr lang="en-US"/>
          </a:p>
        </p:txBody>
      </p:sp>
      <p:pic>
        <p:nvPicPr>
          <p:cNvPr id="4098" name="Picture 2" descr="Concept D'assistant Virtuel Avec Icône De Microphone Et Onde Vocale  Technologie De Recherche D'assistant Ai Personnel De Reconnaissance Vocale  Création De Logo Pour Chat Bot Ou Intelligence Artificielle Illustration  Vectorielle | Vecteur">
            <a:extLst>
              <a:ext uri="{FF2B5EF4-FFF2-40B4-BE49-F238E27FC236}">
                <a16:creationId xmlns:a16="http://schemas.microsoft.com/office/drawing/2014/main" id="{65844B8E-0863-7402-9C02-CAF7577B1E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378" b="-2"/>
          <a:stretch/>
        </p:blipFill>
        <p:spPr bwMode="auto">
          <a:xfrm>
            <a:off x="1141411" y="2249487"/>
            <a:ext cx="3494597" cy="3549650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EE5B7B56-BD22-B60D-5682-D987179386C7}"/>
              </a:ext>
            </a:extLst>
          </p:cNvPr>
          <p:cNvSpPr txBox="1"/>
          <p:nvPr/>
        </p:nvSpPr>
        <p:spPr>
          <a:xfrm>
            <a:off x="5034579" y="2249487"/>
            <a:ext cx="6012832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2200" dirty="0"/>
              <a:t>The Cyber Secretary possesses a built-in language translation feature</a:t>
            </a: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2200" dirty="0"/>
              <a:t>It can translate speech in real-time</a:t>
            </a:r>
          </a:p>
        </p:txBody>
      </p:sp>
    </p:spTree>
    <p:extLst>
      <p:ext uri="{BB962C8B-B14F-4D97-AF65-F5344CB8AC3E}">
        <p14:creationId xmlns:p14="http://schemas.microsoft.com/office/powerpoint/2010/main" val="208306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3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225" name="Group 9224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226" name="Group 9225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9238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9239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240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241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242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243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244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245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246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247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248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249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9250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251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252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253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254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9255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256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257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258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259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260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261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262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263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264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9227" name="Group 9226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9228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229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230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231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232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233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234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235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236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237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6AEB2C9C-95E0-AA6B-A4DC-A213D79B3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Personal security</a:t>
            </a:r>
          </a:p>
        </p:txBody>
      </p:sp>
      <p:pic>
        <p:nvPicPr>
          <p:cNvPr id="9218" name="Picture 2" descr="Emerging tech in security and risk management to better protect the modern  enterprise | VentureBeat">
            <a:extLst>
              <a:ext uri="{FF2B5EF4-FFF2-40B4-BE49-F238E27FC236}">
                <a16:creationId xmlns:a16="http://schemas.microsoft.com/office/drawing/2014/main" id="{88D78666-D4F5-30E4-4B68-61CCD3D84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41411" y="2852003"/>
            <a:ext cx="4689234" cy="2344617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36E6FAB9-83CA-20F5-F2BF-CC19A169C295}"/>
              </a:ext>
            </a:extLst>
          </p:cNvPr>
          <p:cNvSpPr txBox="1"/>
          <p:nvPr/>
        </p:nvSpPr>
        <p:spPr>
          <a:xfrm>
            <a:off x="6336727" y="2249487"/>
            <a:ext cx="4710683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2200" dirty="0"/>
              <a:t>It can protect your personal data </a:t>
            </a: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2200" dirty="0"/>
              <a:t>It can integrate with your home security system </a:t>
            </a:r>
          </a:p>
        </p:txBody>
      </p:sp>
    </p:spTree>
    <p:extLst>
      <p:ext uri="{BB962C8B-B14F-4D97-AF65-F5344CB8AC3E}">
        <p14:creationId xmlns:p14="http://schemas.microsoft.com/office/powerpoint/2010/main" val="1217697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onclusion - Nouvelles technologies et culture des jeunes">
            <a:extLst>
              <a:ext uri="{FF2B5EF4-FFF2-40B4-BE49-F238E27FC236}">
                <a16:creationId xmlns:a16="http://schemas.microsoft.com/office/drawing/2014/main" id="{5FECEF8C-FE3A-DAAC-79AC-B57C2B2CF5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99" y="2324100"/>
            <a:ext cx="36830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Technologie – Google prépare son armée de robots | Tribune de Genève">
            <a:extLst>
              <a:ext uri="{FF2B5EF4-FFF2-40B4-BE49-F238E27FC236}">
                <a16:creationId xmlns:a16="http://schemas.microsoft.com/office/drawing/2014/main" id="{22D57C92-56F6-564F-4FC9-D75DF14BBB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6825" y="2273300"/>
            <a:ext cx="3606800" cy="226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1038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280</TotalTime>
  <Words>117</Words>
  <Application>Microsoft Macintosh PowerPoint</Application>
  <PresentationFormat>Grand écran</PresentationFormat>
  <Paragraphs>43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3" baseType="lpstr">
      <vt:lpstr>Arial</vt:lpstr>
      <vt:lpstr>Tw Cen MT</vt:lpstr>
      <vt:lpstr>Circuit</vt:lpstr>
      <vt:lpstr>CYBER-SECRETARY</vt:lpstr>
      <vt:lpstr>Introduction</vt:lpstr>
      <vt:lpstr>content :</vt:lpstr>
      <vt:lpstr>Personal Assistant and Scheduler </vt:lpstr>
      <vt:lpstr>Email Management </vt:lpstr>
      <vt:lpstr>Object Locator </vt:lpstr>
      <vt:lpstr>Intelligent Reminder System  </vt:lpstr>
      <vt:lpstr>Language Translation </vt:lpstr>
      <vt:lpstr>Personal security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CYBER-SECRETARY</dc:title>
  <dc:creator>13978</dc:creator>
  <cp:lastModifiedBy>13978</cp:lastModifiedBy>
  <cp:revision>5</cp:revision>
  <dcterms:created xsi:type="dcterms:W3CDTF">2023-06-01T14:38:22Z</dcterms:created>
  <dcterms:modified xsi:type="dcterms:W3CDTF">2023-06-01T19:18:50Z</dcterms:modified>
</cp:coreProperties>
</file>